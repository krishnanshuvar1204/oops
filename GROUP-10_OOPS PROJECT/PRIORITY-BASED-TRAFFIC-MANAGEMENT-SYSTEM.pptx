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7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8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11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12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Fraunces Extra Bold" panose="020B0604020202020204" charset="0"/>
      <p:regular r:id="rId15"/>
    </p:embeddedFont>
    <p:embeddedFont>
      <p:font typeface="Nobil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8:12.8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4271 637 24575,'-25'0'0,"-162"0"0,-219-28 0,311 15 0,-60-10 0,-178-2 0,219 26 0,35 1 0,-126-14 0,88-5 0,-115-14 0,141 18 0,46 6 0,-68-2 0,90 8 0,0-2 0,-33-7 0,31 5 0,-48-4 0,-500 8 0,279 3 0,-283-2 0,559 1 0,0 2 0,0 0 0,1 1 0,-1 1 0,1 1 0,0 0 0,-31 17 0,-10 3 0,56-26 0,-48 25 0,48-24 0,0 0 0,0 0 0,1 0 0,-1 0 0,1 0 0,-1 1 0,1-1 0,-1 1 0,1-1 0,0 1 0,0-1 0,-1 1 0,1 0 0,0 0 0,1-1 0,-1 1 0,0 0 0,0 0 0,1 0 0,-1 0 0,1 0 0,0 0 0,-1 3 0,2-3 0,0 0 0,-1-1 0,1 1 0,0 0 0,0-1 0,0 1 0,0-1 0,0 0 0,0 1 0,1-1 0,-1 0 0,0 0 0,1 0 0,-1 0 0,1 0 0,-1 0 0,1 0 0,-1 0 0,1 0 0,0-1 0,-1 1 0,1-1 0,0 1 0,-1-1 0,1 0 0,2 0 0,52 5 0,-49-5 0,443-1 0,-170-1 0,-207 3 0,84-3 0,-142 0 0,0-1 0,0-1 0,-1 0 0,25-11 0,-25 9 0,-1 1 0,1 0 0,-1 1 0,1 1 0,22-3 0,288 4 0,-156 5 0,-143-5 0,0 0 0,36-9 0,30-2 0,-74 10 0,0-1 0,-1 0 0,0-1 0,0 0 0,0-1 0,-1-1 0,28-17 0,-25 14 0,0 1 0,1 0 0,0 1 0,38-10 0,-42 15 0,174-39 0,-166 37 0,0 1 0,41-2 0,-40 4 0,-1 0 0,39-9 0,-20 3 0,1 1 0,0 3 0,-1 1 0,81 6 0,-29-1 0,84-4 0,180 5 0,-323 0 0,0 2 0,0 1 0,-1 2 0,0 1 0,-1 1 0,34 17 0,-62-25 0,0 1 0,0 0 0,-1 0 0,1 0 0,-1 0 0,0 1 0,0 0 0,0-1 0,0 2 0,-1-1 0,0 0 0,1 1 0,-2-1 0,1 1 0,0 0 0,3 10 0,-1 2 0,-1 0 0,-1 1 0,3 31 0,-4-35 0,-2-12 0,0 0 0,0 0 0,0 1 0,0-1 0,1 0 0,-1 0 0,1 1 0,0-1 0,0 0 0,-1 0 0,1 0 0,1 0 0,-1 0 0,0 0 0,0 0 0,1-1 0,-1 1 0,1 0 0,0-1 0,-1 1 0,1-1 0,0 1 0,0-1 0,3 2 0,0-2 0,-1 0 0,1 0 0,0-1 0,-1 0 0,1 0 0,-1 0 0,1 0 0,0-1 0,-1 1 0,1-1 0,5-2 0,22-3 0,56-4 0,-60 8 0,1-1 0,47-12 0,-72 13 0,0 1 0,-1-1 0,1 0 0,0 0 0,-1-1 0,1 1 0,-1-1 0,0 0 0,1 0 0,-1 0 0,-1 0 0,1 0 0,0-1 0,-1 1 0,0-1 0,0 0 0,0 0 0,0 0 0,-1 0 0,1 0 0,-1 0 0,0 0 0,0 0 0,0 0 0,-1-1 0,0 1 0,0 0 0,0-5 0,0 4 0,0 0 0,0 0 0,-1 0 0,1 1 0,-1-1 0,0 0 0,-1 1 0,1-1 0,-1 1 0,0-1 0,0 1 0,0 0 0,-1 0 0,1 0 0,-1 0 0,0 0 0,0 1 0,0-1 0,-1 1 0,1 0 0,-1 0 0,0 0 0,0 0 0,0 1 0,-5-3 0,-7 1 0,-1 0 0,1 1 0,-1 1 0,0 1 0,0 1 0,0 0 0,-30 4 0,21-1 0,-46-3 0,71 0 0,0 1 0,0-1 0,0 0 0,0 0 0,0 0 0,0-1 0,0 1 0,0 0 0,0 0 0,0 0 0,0-1 0,0 1 0,1-1 0,-1 1 0,0 0 0,0-1 0,0 0 0,0 1 0,1-1 0,-1 1 0,0-1 0,1 0 0,-2-1 0,2 1 0,1 1 0,-1-1 0,1 0 0,-1 0 0,1 1 0,-1-1 0,1 0 0,-1 1 0,1-1 0,0 1 0,-1-1 0,1 1 0,0-1 0,-1 1 0,1-1 0,0 1 0,0 0 0,0-1 0,-1 1 0,1 0 0,0 0 0,0 0 0,0-1 0,0 1 0,0 0 0,0 0 0,56-13 0,-32 6 0,0 1 0,45-4 0,-65 10 0,0-1 0,0 1 0,0-1 0,0 0 0,-1 0 0,1 0 0,0-1 0,-1 0 0,1 0 0,-1 0 0,1 0 0,-1-1 0,7-5 0,-9 6 0,0 0 0,-1 0 0,1 0 0,-1-1 0,1 1 0,-1 0 0,0-1 0,0 1 0,0-1 0,-1 1 0,1-1 0,0 1 0,-1-1 0,0 1 0,1-1 0,-1 0 0,0 1 0,-1-1 0,1 1 0,0-1 0,-1 0 0,1 1 0,-1-1 0,0 1 0,0-1 0,0 1 0,-2-5 0,-2-2 0,0 1 0,0 0 0,0 0 0,-1 1 0,0-1 0,-1 1 0,0 0 0,0 1 0,0 0 0,-1 0 0,1 0 0,-2 1 0,1 0 0,0 1 0,-1 0 0,0 0 0,0 1 0,0 0 0,0 1 0,-13-2 0,-18-3 0,-2 3 0,1 1 0,-58 4 0,59 0 0,-595-1 0,601-2 0,-1-1 0,1-3 0,-46-12 0,42 9 0,0 1 0,-49-3 0,-3 10 0,57 2 0,1-1 0,0-2 0,-41-7 0,14 0 0,0 2 0,0 3 0,-80 5 0,51 0 0,66 1 0,-1 1 0,0 0 0,1 2 0,-35 11 0,28-7 0,-49 7 0,2-10 0,-131-6 0,80-2 0,-1403 2 0,1515 0-170,-1 2-1,0-1 0,1 2 1,-1 0-1,1 1 0,0 1 1,-18 8-1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8:26.7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65 24575,'0'434'0,"0"-428"0,0 0 0,1 0 0,-1-1 0,1 1 0,0 0 0,0-1 0,1 1 0,2 5 0,-3-9 0,0 0 0,0-1 0,0 1 0,0 0 0,1-1 0,-1 1 0,0-1 0,1 0 0,-1 1 0,1-1 0,0 0 0,-1 0 0,1 0 0,0 0 0,-1 0 0,1 0 0,0-1 0,0 1 0,0 0 0,0-1 0,0 0 0,0 1 0,0-1 0,0 0 0,0 0 0,4 0 0,12-3 0,-1 0 0,1-1 0,-1 0 0,0-2 0,0 0 0,0-1 0,-1 0 0,20-13 0,25-10 0,-22 15 0,1 2 0,82-16 0,-7 2 0,-78 18 0,0 1 0,1 3 0,0 0 0,-1 3 0,1 1 0,54 6 0,-89-5 0,0 1 0,0 0 0,0-1 0,0 1 0,0 0 0,0 0 0,0 1 0,-1-1 0,1 1 0,0-1 0,-1 1 0,4 2 0,-5-3 0,-1-1 0,0 1 0,1-1 0,-1 1 0,1-1 0,-1 1 0,0-1 0,1 1 0,-1 0 0,0-1 0,0 1 0,1-1 0,-1 1 0,0 0 0,0-1 0,0 1 0,0 0 0,0-1 0,0 1 0,0 0 0,0-1 0,0 1 0,0 0 0,-1 1 0,1-1 0,-1 0 0,0 0 0,0 0 0,0 0 0,0 0 0,0 0 0,1 0 0,-2 0 0,1 0 0,0 0 0,0 0 0,0-1 0,0 1 0,-3 1 0,-19 8 0,-2-2 0,1 0 0,-1-1 0,-36 5 0,-45 12 0,80-17 0,-1-1 0,0-1 0,-44 2 0,-82-6 0,97-2 0,133 3 0,184-5 0,-192-10 0,-51 8 0,0 1 0,22-1 0,13 3 0,-1 2 0,1 2 0,78 15 0,100 13 0,-167-22 0,0-2 0,124-7 0,-72-1 0,51 0 0,184 5 0,-153 25 0,-131-16 0,84 4 0,380-14 0,-264-4 0,-204 3 0,75-3 0,-135 2 0,-1 0 0,1 0 0,-1-1 0,1 1 0,-1-1 0,0 1 0,1-1 0,-1 0 0,1 0 0,-1 0 0,0-1 0,0 1 0,0 0 0,0-1 0,0 0 0,0 1 0,0-1 0,0 0 0,-1 0 0,1 0 0,0 0 0,-1 0 0,0 0 0,0 0 0,1-1 0,0-2 0,0-5 0,0 0 0,0 0 0,-1 0 0,0 0 0,-1-15 0,4-31 0,0 40 0,2 0 0,-1 1 0,2 0 0,0 0 0,1 0 0,18-25 0,68-73 0,-90 108 0,1 1 0,-1 0 0,1 0 0,0 0 0,0 1 0,0 0 0,0 0 0,1 0 0,-1 1 0,1-1 0,0 1 0,0 1 0,0-1 0,7 0 0,-11 1 0,1 1 0,-1 0 0,1 0 0,0 0 0,-1 1 0,1-1 0,-1 1 0,1-1 0,-1 1 0,0 0 0,1 0 0,-1 0 0,0 0 0,1 0 0,-1 0 0,0 1 0,0-1 0,0 1 0,0 0 0,0-1 0,-1 1 0,1 0 0,0 0 0,-1 0 0,1 0 0,-1 1 0,0-1 0,0 0 0,0 0 0,0 1 0,0-1 0,0 1 0,-1-1 0,1 1 0,0 3 0,2 25 0,0 1 0,-3-1 0,0 1 0,-7 48 0,7-76 0,-1 0 0,1 0 0,-1 0 0,0 0 0,0 0 0,-1 0 0,1-1 0,-1 1 0,1 0 0,-1-1 0,0 1 0,-1-1 0,1 1 0,-1-1 0,1 0 0,-1 0 0,-6 5 0,4-5 0,0 0 0,-1-1 0,1 1 0,-1-1 0,0-1 0,0 1 0,1-1 0,-1 0 0,0 0 0,0 0 0,-10-1 0,-6 1 0,-53-1 0,70 0 0,1-1 0,0 1 0,0-1 0,-1 0 0,1 0 0,0 0 0,0 0 0,0-1 0,0 0 0,0 0 0,0 0 0,0 0 0,-3-4 0,6 5 0,0 0 0,0-1 0,0 1 0,0 0 0,1-1 0,-1 1 0,0-1 0,1 1 0,-1-1 0,1 1 0,0-1 0,-1 1 0,1-1 0,0 1 0,0-1 0,0 0 0,0 1 0,1-1 0,-1 1 0,0-1 0,0 1 0,2-3 0,15-37 0,-7 19 0,-4 2 0,-1-1 0,-1 0 0,0-1 0,-2 1 0,-1-1 0,0 1 0,-4-34 0,2 47 0,-1 0 0,1 0 0,-1 0 0,-1 1 0,0-1 0,0 1 0,0-1 0,-1 1 0,0 0 0,0 1 0,-1-1 0,0 1 0,0 0 0,0 0 0,-1 0 0,-7-5 0,5 5 0,0 0 0,-1 0 0,0 1 0,0 0 0,0 1 0,0 0 0,-1 0 0,1 1 0,-1 0 0,0 1 0,0 0 0,-13 0 0,16 1 0,-28-1 0,-36 3 0,62 0 0,0-1 0,1 2 0,-1-1 0,0 1 0,1 1 0,-1 0 0,1 0 0,0 0 0,-13 8 0,12-6 0,-1 1 0,0-2 0,0 1 0,0-1 0,0-1 0,-1 0 0,1 0 0,-1-1 0,-16 1 0,-11-1 0,-53-4 0,27-1 0,-676 3 0,694-2 0,1-3 0,-78-18 0,72 12 0,-87-7 0,-308 16 0,215 4 0,130-3 0,-114 3 0,41 25 0,96-15 0,25-3 0,-71 2 0,55-12 0,-38 2 0,105-1 0,1 0 0,0 0 0,0 0 0,0 0 0,0 0 0,-1 0 0,1 1 0,0-1 0,0 0 0,0 1 0,0-1 0,0 0 0,0 1 0,0 0 0,0-1 0,0 1 0,0 0 0,-1 0 0,2 0 0,0-1 0,0 1 0,0-1 0,1 1 0,-1-1 0,0 1 0,0-1 0,1 1 0,-1-1 0,0 1 0,1-1 0,-1 1 0,0-1 0,1 1 0,-1-1 0,1 0 0,-1 1 0,1-1 0,-1 0 0,1 1 0,-1-1 0,1 0 0,-1 0 0,2 1 0,45 18 0,-44-18 0,41 12 0,0-2 0,1-2 0,0-2 0,0-2 0,1-2 0,54-3 0,24 1 0,97-4 0,-151-10 0,-52 8 0,0 1 0,22-1 0,329 2 0,-190 5 0,-68-4 0,123 5 0,-164 11 0,-52-10 0,0 0 0,22 1 0,25-2 0,-29-3 0,58 10 0,-27-1 0,0-3 0,94-4 0,-134-1 0,0 2 0,40 8 0,-37-5 0,50 3 0,76-11 0,62 4 0,-74 26 0,-125-27-1365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8:33.8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53 24575,'5'0'0,"6"0"0,12 0 0,1-5 0,2-1 0,1 0 0,1 1 0,1 1 0,0 2 0,0 1 0,1 0 0,-6-4 0,-1-1 0,-5-5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8:42.1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482 120 24575,'2397'0'0,"-2381"-1"0,1 0 0,0-1 0,-1-1 0,1 0 0,20-8 0,76-35 0,-58 21 0,-38 19 0,0 1 0,0 0 0,1 1 0,0 1 0,33-2 0,95 7 0,-55 1 0,5-4 0,96 3 0,-175 1 0,-1 0 0,1 1 0,-1 0 0,0 2 0,0 0 0,0 0 0,-1 2 0,24 15 0,-30-19 0,-1 0 0,1-1 0,0 0 0,0-1 0,0 1 0,1-2 0,-1 1 0,11-1 0,-8 0 0,0 1 0,0 0 0,22 6 0,-30-6 0,0 0 0,0 0 0,-1 0 0,1 0 0,0 0 0,-1 1 0,1 0 0,-1 0 0,0 0 0,0 0 0,0 0 0,-1 0 0,1 1 0,4 7 0,-5-7 0,0 0 0,0 0 0,0 1 0,-1-1 0,0 1 0,1-1 0,-1 1 0,-1-1 0,1 1 0,-1 0 0,0-1 0,0 1 0,0 0 0,-1-1 0,1 1 0,-1 0 0,0-1 0,0 1 0,-4 6 0,2-5 0,0-1 0,0 0 0,0 0 0,-1 0 0,0 0 0,0-1 0,0 0 0,0 0 0,-1 0 0,1 0 0,-1 0 0,0-1 0,-1 0 0,-9 5 0,-12 2 0,13-4 0,0-1 0,-25 16 0,36-18 0,-1-1 0,1 1 0,0-1 0,0 1 0,0 0 0,0 0 0,0 1 0,1-1 0,-1 0 0,1 1 0,0 0 0,0-1 0,0 1 0,1 0 0,-2 5 0,2-8 0,1 1 0,0-1 0,0 0 0,-1 1 0,1-1 0,0 0 0,0 1 0,0-1 0,0 1 0,1-1 0,-1 0 0,0 1 0,1-1 0,-1 0 0,0 0 0,1 1 0,0-1 0,-1 0 0,1 0 0,0 0 0,-1 1 0,1-1 0,1 1 0,0 0 0,1 0 0,-1-1 0,1 1 0,-1-1 0,1 1 0,0-1 0,-1 0 0,1 0 0,0 0 0,4 0 0,8 2 0,1-2 0,-1 0 0,21-1 0,-27 0 0,30 0 0,72-4 0,-108 4 0,-1-1 0,1 1 0,0-1 0,0 0 0,-1 1 0,1-1 0,-1 0 0,1 0 0,-1-1 0,1 1 0,-1-1 0,0 1 0,0-1 0,0 0 0,0 1 0,0-1 0,0 0 0,0 0 0,0-1 0,-1 1 0,1 0 0,-1-1 0,0 1 0,0 0 0,1-1 0,-2 0 0,2-3 0,0-4 0,0 1 0,-1-1 0,0 0 0,-1 0 0,0 0 0,-1-11 0,0 30 0,0 0 0,0 0 0,0 0 0,-1-1 0,-1 1 0,1-1 0,-2 1 0,1-1 0,-1 0 0,0 0 0,0 0 0,-1-1 0,0 0 0,-1 0 0,0 0 0,0 0 0,0-1 0,-1 0 0,0-1 0,-11 8 0,-17 3 0,-1-1 0,-1-3 0,0 0 0,-73 11 0,-2 7 0,19-3 0,51-18 0,18-2 0,-1-2 0,0-1 0,-30 1 0,-379-6 0,412 0 0,0-1 0,-38-9 0,37 5 0,-1 2 0,-27-1 0,-501 3 0,266 5 0,-291-3 0,545-2 0,0-2 0,-39-8 0,4 1 0,6-1 0,-27-3 0,50 10 0,1-1 0,0-3 0,-43-15 0,37 11 0,-68-13 0,35 14 0,24 2 0,-105-4 0,-362 15 0,518-1 0,-43-3 0,43 3 0,-1 0 0,1-1 0,0 1 0,-1 0 0,1-1 0,0 1 0,0 0 0,-1-1 0,1 0 0,0 1 0,0-1 0,0 0 0,0 1 0,-1-1 0,1 0 0,0 0 0,1 0 0,-1 0 0,0 0 0,0 0 0,0 0 0,0 0 0,1-1 0,-1 1 0,1 0 0,-1 0 0,1-1 0,-1-1 0,1 1 0,0 1 0,1-1 0,-1 0 0,1 1 0,0-1 0,-1 1 0,1 0 0,0-1 0,0 1 0,0-1 0,0 1 0,0 0 0,0 0 0,0 0 0,1 0 0,-1 0 0,0 0 0,0 0 0,1 0 0,1-1 0,35-18 0,-29 16 0,202-77 0,-49 22 0,-94 33 0,83-18 0,-129 38 0,14-2 0,0 1 0,1 2 0,41-1 0,114 8 0,-80 0 0,1939-1 0,-2047-2 0,1 1 0,-1 1 0,0-1 0,1 0 0,-1 1 0,0 0 0,1 0 0,-1 0 0,0 1 0,0 0 0,0-1 0,0 1 0,0 1 0,3 2 0,-4-3 0,-1 0 0,0 1 0,0-1 0,0 1 0,0 0 0,-1 0 0,1 0 0,-1 0 0,0 0 0,0 0 0,0 0 0,0 0 0,0 0 0,0 1 0,-1-1 0,0 0 0,0 0 0,1 1 0,-2 4 0,-4 23 0,4-28 0,0 1 0,0-1 0,0 1 0,1 0 0,-1-1 0,1 1 0,0 0 0,1 6 0,0-9 0,-1 1 0,1-1 0,0 0 0,0 1 0,0-1 0,0 0 0,0 0 0,0 0 0,0 0 0,0 0 0,0 0 0,0 0 0,1 0 0,-1 0 0,0 0 0,1-1 0,-1 1 0,1 0 0,-1-1 0,1 1 0,-1-1 0,1 0 0,-1 1 0,1-1 0,-1 0 0,2 0 0,35 3 0,0-1 0,59-6 0,-9 1 0,-6 3 0,-63 0 0,-56 0 0,3 2 0,0 2 0,0 1 0,-47 13 0,44-8 0,0-3 0,-61 6 0,-5-11 0,36-2 0,-106 15 0,93-5 0,50-8 0,0 2 0,-55 15 0,56-11 0,-1 0 0,-1-2 0,-46 3 0,-92-6 0,149-3 0,-414-1 0,409 0 0,-1-2 0,0-1 0,1-1 0,-33-11 0,32 8 0,0 1 0,-1 2 0,-52-5 0,-316 11 0,160 0 0,227-1 57,0 0 0,0-1 0,0 0 0,1 0 0,-9-3 0,13 3-171,-1 0 0,1 0 0,0 0 0,0-1 1,1 0-1,-1 1 0,0-1 0,0 0 1,1-1-1,0 1 0,-1 0 0,1-1 1,0 1-1,-3-5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9:04.2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4134 407 24575,'-905'0'0,"858"2"0,-64 11 0,-35 2 0,-597-13 0,356-4 0,-1217 2 0,1604 0 0,0 0 0,-1 0 0,1 0 0,0 0 0,0 0 0,0 0 0,0 0 0,0 0 0,0 0 0,-1 0 0,1 0 0,0 0 0,0 0 0,0 0 0,0 0 0,0 0 0,0 0 0,0-1 0,0 1 0,-1 0 0,1 0 0,0 0 0,0 0 0,0 0 0,0 0 0,0 0 0,0 0 0,0 0 0,0 0 0,0 0 0,0-1 0,-1 1 0,1 0 0,0 0 0,0 0 0,0 0 0,0 0 0,0 0 0,0 0 0,0-1 0,0 1 0,0 0 0,0 0 0,0 0 0,0 0 0,0 0 0,0 0 0,0 0 0,0-1 0,0 1 0,0 0 0,0 0 0,0 0 0,0 0 0,1 0 0,-1 0 0,0 0 0,0 0 0,0-1 0,0 1 0,0 0 0,0 0 0,0 0 0,0 0 0,10-11 0,16-9 0,-2 6 0,0 1 0,1 1 0,1 1 0,0 1 0,30-7 0,9-4 0,-2-4 0,-42 16 0,-1 0 0,1 2 0,1 1 0,34-7 0,33 0 0,-41 6 0,74-3 0,-75 10 0,-27 2 0,1-2 0,0-1 0,0 0 0,-1-2 0,21-5 0,1 0 0,0 2 0,0 1 0,1 2 0,81 6 0,-30-1 0,-43-4 0,69-13 0,-32 3 0,5 0 0,84-5 0,33 3 0,23-1 0,-214 16 0,1-1 0,-1 0 0,1-2 0,0 0 0,-1-2 0,0 0 0,35-12 0,-34 8 0,0 2 0,1 0 0,-1 2 0,1 0 0,36-2 0,111 7 0,-70 2 0,-83-3 0,0 1 0,0 1 0,0 1 0,-1 0 0,1 1 0,-1 0 0,0 1 0,0 1 0,0 0 0,-1 1 0,14 9 0,-16-10 0,1-1 0,0 0 0,20 5 0,-21-6 0,1 0 0,0 0 0,-1 1 0,13 7 0,-4-1 0,-1-1 0,33 11 0,27 13 0,-42-15 0,-24-13 0,-1 0 0,-1 0 0,1 2 0,10 7 0,-19-12 0,1 0 0,-1 1 0,0-1 0,0 1 0,-1-1 0,1 1 0,-1 0 0,0 0 0,0 0 0,0 0 0,0 0 0,-1 1 0,1-1 0,-1 0 0,1 10 0,0 21 0,-4 65 0,-1-62 0,4 48 0,-1-84 0,0 0 0,0 1 0,0-1 0,1 0 0,-1 0 0,1 0 0,-1 0 0,1 0 0,0 0 0,-1 0 0,1 0 0,0 0 0,0 0 0,1-1 0,-1 1 0,0 0 0,1 0 0,-1-1 0,1 1 0,-1-1 0,1 0 0,0 1 0,-1-1 0,1 0 0,0 0 0,0 0 0,0 0 0,0 0 0,0-1 0,0 1 0,0 0 0,0-1 0,4 1 0,5-1 0,0-1 0,0 1 0,-1-2 0,1 0 0,17-5 0,16-1 0,-35 7 0,7-2 0,-1 2 0,1 0 0,-1 1 0,1 0 0,-1 1 0,22 5 0,-36-6 0,0 0 0,0 0 0,0 0 0,-1 1 0,1-1 0,0 0 0,0 1 0,0-1 0,-1 0 0,1 1 0,0-1 0,-1 1 0,1-1 0,-1 1 0,1 0 0,0-1 0,-1 1 0,1 0 0,-1-1 0,1 1 0,-1 0 0,0 0 0,1-1 0,-1 1 0,0 0 0,0 0 0,1 0 0,-1 0 0,0 1 0,0 0 0,-1 0 0,1-1 0,-1 1 0,1 0 0,-1-1 0,0 1 0,1 0 0,-1-1 0,0 1 0,0-1 0,-2 3 0,-3 3 0,-1 0 0,0 0 0,-14 11 0,-43 22 0,52-34 0,0 1 0,0 0 0,1 1 0,-1 0 0,2 1 0,-1 0 0,-16 20 0,23-24 0,0 0 0,-1-1 0,1 1 0,-1-1 0,0 0 0,-1 0 0,1-1 0,-1 1 0,1-1 0,-1-1 0,0 1 0,0-1 0,0 0 0,0 0 0,-1-1 0,-9 2 0,-10-1 0,0-1 0,-49-4 0,23 0 0,-10 2 0,-135 2 0,187 1 0,0 0 0,0 1 0,0 0 0,1 1 0,-1 0 0,1 0 0,0 1 0,-11 7 0,9-5 0,0 0 0,-1-1 0,0-1 0,-20 7 0,-6-5 0,-1-2 0,0-2 0,0-1 0,-57-5 0,20 1 0,-48 2 0,-99-2 0,113-12 0,69 7 0,-58-1 0,60 7 0,1-1 0,-57-12 0,66 10 0,-42-2 0,47 6 0,0-2 0,0-1 0,-24-6 0,5 1 0,0 2 0,-1 1 0,0 3 0,-75 4 0,26 0 0,-455-2 0,527-1 0,0-1 0,-1-2 0,2 0 0,-1-1 0,0-1 0,-34-16 0,-24-6 0,49 21 0,1 2 0,-1 1 0,1 2 0,-1 0 0,-53 6 0,49-2 0,0-1 0,0-2 0,-66-10 0,46 4 0,42 6 0,0 0 0,-1-1 0,1-1 0,-23-7 0,31 8 0,2 0 0,-1 0 0,0 0 0,0-1 0,1 1 0,-1-1 0,1 0 0,0 0 0,0 0 0,0 0 0,0 0 0,0 0 0,1 0 0,-1-1 0,1 1 0,0-1 0,0 1 0,0-1 0,1 1 0,-1-1 0,1 1 0,0-6 0,-1-10 0,1 0 0,5-34 0,-4 44 0,0 0 0,1 0 0,0 0 0,1 0 0,-1 0 0,2 1 0,-1-1 0,1 1 0,1 0 0,0 0 0,0 0 0,0 1 0,1 0 0,0 0 0,0 0 0,1 1 0,13-11 0,-1 1 0,-1 0 0,25-30 0,-29 30 0,0 1 0,1 0 0,1 1 0,21-14 0,175-108 0,-191 125 0,1 1 0,0 0 0,0 2 0,1 1 0,0 1 0,32-5 0,52-16 0,-53 13 0,0 2 0,1 3 0,65-4 0,-70 8 0,467-6 0,-322 13 0,354-2 0,-525 1 0,-1 2 0,1 0 0,-1 2 0,41 13 0,-11-3 0,-28-9 0,0-2 0,34 1 0,-40-4 0,0 0 0,0 1 0,0 2 0,-1 0 0,31 10 0,-31-6 0,0 0 0,0 1 0,-1 1 0,0 1 0,28 24 0,-41-32 0,0 0 0,0 1 0,-1 0 0,1 0 0,-1 0 0,0 0 0,0 0 0,-1 1 0,1-1 0,-1 1 0,0 0 0,0 0 0,-1-1 0,1 1 0,-1 0 0,0 1 0,-1-1 0,1 0 0,-1 0 0,0 0 0,0 0 0,0 0 0,-1 1 0,0-1 0,0 0 0,0 0 0,-4 8 0,3-8 0,-1 0 0,0 0 0,0-1 0,-1 1 0,1 0 0,-1-1 0,0 0 0,0 0 0,-1 0 0,1-1 0,-1 1 0,0-1 0,0 0 0,-10 4 0,-7 2 0,0-1 0,-31 7 0,26-7 0,-17 5 0,-59 27 0,88-35 0,1 0 0,-1-1 0,-23 4 0,26-6 0,0 0 0,0 1 0,1 0 0,-1 1 0,1 0 0,-16 9 0,13-5 0,0-1 0,0 0 0,-1-1 0,0-1 0,0 0 0,-29 5 0,1-5 0,-49 1 0,18-2 0,-18 10 0,61-9 0,-49 4 0,77-9 0,-6 1 0,0-1 0,0 0 0,0 0 0,0-1 0,-17-4 0,23 4 0,1 0 0,-1 0 0,1 0 0,0-1 0,-1 1 0,1-1 0,0 1 0,0-1 0,0 0 0,0 0 0,0 0 0,1 0 0,-1 0 0,0 0 0,1 0 0,0-1 0,-1 1 0,1 0 0,0-1 0,0 1 0,1-1 0,-1 1 0,0-1 0,0-4 0,0 3 0,1 0 0,-1 1 0,1-1 0,0 0 0,0 0 0,0 0 0,0 0 0,1 0 0,-1 0 0,1 0 0,0 0 0,0 1 0,1-1 0,-1 0 0,1 1 0,0-1 0,0 1 0,0 0 0,0-1 0,1 1 0,5-5 0,-4 4 0,1 0 0,1 1 0,-1-1 0,0 1 0,1 1 0,0-1 0,0 1 0,0 0 0,0 0 0,0 1 0,0-1 0,0 1 0,8 0 0,186 2 0,-76 3 0,771-4 0,-890 0 0,0 0 0,1 0 0,-1 1 0,0 0 0,0 0 0,0 0 0,0 1 0,0-1 0,0 1 0,6 4 0,-10-6 0,0 1 0,0 0 0,0-1 0,-1 1 0,1 0 0,0 0 0,-1-1 0,1 1 0,0 0 0,-1 0 0,1 0 0,-1 0 0,1 0 0,-1 0 0,1 0 0,-1 0 0,0 0 0,0 0 0,1 0 0,-1 0 0,0 1 0,0 1 0,-1-1 0,1 0 0,-1 0 0,0-1 0,0 1 0,1 0 0,-1 0 0,0 0 0,-1 0 0,1-1 0,0 1 0,0 0 0,-1-1 0,1 1 0,-3 1 0,-2 2 0,-1 0 0,1 0 0,-1 0 0,0-1 0,0 0 0,-1 0 0,1-1 0,-1 0 0,0 0 0,1-1 0,-1 0 0,-9 1 0,-10 0 0,1-2 0,-39-2 0,44-1 0,0 2 0,0 0 0,0 1 0,-40 8 0,-8 2 0,57-10 0,1 0 0,-1 1 0,1 0 0,-1 1 0,1 0 0,0 1 0,-11 5 0,4 0 0,-28 15 0,44-22 0,1-1 0,-1 0 0,1 0 0,-1 0 0,1 1 0,-1-1 0,1 1 0,0-1 0,-1 1 0,1-1 0,0 1 0,0 0 0,0 0 0,0 0 0,1-1 0,-1 1 0,0 0 0,1 0 0,-1 0 0,1 2 0,0-2 0,1 0 0,0-1 0,-1 1 0,1-1 0,0 1 0,0-1 0,0 1 0,0-1 0,0 0 0,0 1 0,1-1 0,-1 0 0,0 0 0,1 0 0,-1 0 0,0 0 0,1 0 0,0 0 0,-1-1 0,1 1 0,-1 0 0,1-1 0,0 1 0,-1-1 0,1 0 0,0 0 0,-1 1 0,5-1 0,50 2 0,-29-5 0,37-9 0,-36 6 0,35-3 0,42-6 0,-69 9 0,54-3 0,284 9 0,-357-2 142,-23-4 46,-29-6-1107,28 10 143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9:13.2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4714 406 24575,'-7'-1'0,"0"0"0,1 0 0,-1-1 0,1 1 0,-1-2 0,1 1 0,0-1 0,-10-5 0,-9-4 0,-332-120 0,101 62 0,86 47 0,147 21 0,-68-11 0,47 7 0,-47-2 0,-518 7 0,290 2 0,133-16 0,-5-1 0,149 17 0,27 0 0,0 0 0,-1-1 0,1 0 0,0-2 0,0 0 0,-1 0 0,1-1 0,1-1 0,-18-7 0,18 5 0,-1 0 0,0 1 0,1 1 0,-2 0 0,1 1 0,-18-2 0,-91 3 0,6 1 0,27-12 0,60 7 0,-49-3 0,-356 8 0,208 3 0,219-2 0,0 0 0,1 1 0,-1 1 0,0 0 0,1 0 0,-1 0 0,1 1 0,0 0 0,0 1 0,0 0 0,-9 6 0,-28 12 0,34-17 0,0 0 0,0 0 0,-15 12 0,22-14 0,1 0 0,-1 0 0,1 0 0,0 1 0,0 0 0,0-1 0,0 1 0,1 0 0,0 0 0,0 1 0,0-1 0,0 0 0,-1 5 0,-1 7 0,1-1 0,1 1 0,0-1 0,1 1 0,1 0 0,2 25 0,2-12 0,1 0 0,14 45 0,-6-49 0,-4-21 0,-2-17 0,-5 6 0,-1-1 0,0 0 0,-1 1 0,0-1 0,0 0 0,-1 0 0,1 1 0,-2-1 0,1 0 0,-1 1 0,0-1 0,-1 1 0,0 0 0,0 0 0,0 0 0,-7-10 0,6 10 0,-1 1 0,0-1 0,0 1 0,0 0 0,0 0 0,-1 1 0,0-1 0,0 1 0,-1 1 0,1-1 0,-1 1 0,0 0 0,0 1 0,-1-1 0,1 1 0,-9-2 0,0 2 0,-28-7 0,1 2 0,-86-4 0,81 12 0,-78 2 0,121 0-52,0-1-1,0 1 1,0-1-1,1 1 1,-1 1-1,0-1 1,1 1-1,0-1 1,-1 1-1,1 1 1,0-1-1,0 0 1,1 1-1,-1 0 1,1 0-1,0 0 1,0 0-1,0 1 1,0-1-1,1 1 0,0 0 1,0-1-1,0 1 1,1 0-1,-2 8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9:22.5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9:27.5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1729 147 24575,'-1057'0'0,"1233"1"0,209-3 0,-199-13 0,62-1 0,-211 16 0,42 1 0,152-18 0,-62 0 0,-31 5 0,-67 4 0,-36 5 0,-1-1 0,1-2 0,39-12 0,-39 9 0,0 1 0,0 2 0,44-2 0,-157 14 0,-145 27 0,158-22 0,-111 2 0,-69-14 0,83-2 0,-1263 3 0,1405 2 0,0 0 0,0 1 0,0 1 0,1 1 0,-22 8 0,20-5 0,-1-2 0,0-1 0,-41 5 0,49-9 0,3-1 0,0 0 0,0 1 0,0 0 0,-12 4 0,21-5 0,1 1 0,-1-1 0,1 0 0,-1 1 0,1 0 0,0-1 0,-1 1 0,1 0 0,-1-1 0,1 1 0,0 0 0,0 0 0,0 0 0,-1 0 0,1 0 0,0 0 0,0 1 0,1-1 0,-1 0 0,0 0 0,0 1 0,0-1 0,1 1 0,-1-1 0,1 1 0,-1-1 0,1 0 0,0 1 0,-1 0 0,1-1 0,0 1 0,0-1 0,0 1 0,0-1 0,0 1 0,1 2 0,1 0 0,0 0 0,0 0 0,0 0 0,0 0 0,0-1 0,1 1 0,0-1 0,0 1 0,0-1 0,0 0 0,0 0 0,5 3 0,0 0 0,-1-1 0,1 1 0,1-2 0,14 7 0,-2-5 0,1-2 0,0 0 0,0-2 0,0 0 0,1-2 0,-1 0 0,22-4 0,21 2 0,789 1 0,-832 0 0,0-1 0,38-9 0,-37 5 0,1 2 0,27-1 0,-10 6 0,-31 0 0,0 0 0,0-1 0,0 0 0,0-1 0,0 0 0,-1 0 0,13-4 0,-21 5 0,-1 0 0,0 0 0,0 0 0,0 0 0,1 0 0,-1 0 0,0 0 0,0 0 0,0 0 0,1 0 0,-1 0 0,0-1 0,0 1 0,0 0 0,1 0 0,-1 0 0,0 0 0,0 0 0,0 0 0,0-1 0,1 1 0,-1 0 0,0 0 0,0 0 0,0 0 0,0-1 0,0 1 0,0 0 0,0 0 0,1 0 0,-1-1 0,0 1 0,0 0 0,0 0 0,0 0 0,0-1 0,0 1 0,0 0 0,0 0 0,0 0 0,0-1 0,0 1 0,0 0 0,0 0 0,0 0 0,-1-1 0,1 1 0,0 0 0,-12-7 0,-19 1 0,-20 3 0,0 3 0,1 2 0,-84 13 0,98-10 0,-37 1 0,52-5 0,0 0 0,1 2 0,-1 0 0,1 1 0,-36 12 0,23-4 0,0-1 0,-49 8 0,45-11 0,10-4 0,-1 0 0,-31-1 0,30-2 0,-51 9 0,40-4 0,0-1 0,-50-2 0,0 1 0,-2 9 0,61-7 0,-48 3 0,71-9 0,0 0 0,0 1 0,1 0 0,-1 1 0,-9 3 0,16-5 0,-1 0 0,1 1 0,0-1 0,-1 1 0,1 0 0,0-1 0,-1 1 0,1 0 0,0 0 0,0 0 0,0 0 0,-1 0 0,1 0 0,0 0 0,0 0 0,1 0 0,-1 1 0,0-1 0,0 0 0,1 0 0,-1 1 0,0-1 0,1 1 0,-1-1 0,1 0 0,0 1 0,0-1 0,-1 1 0,1-1 0,0 1 0,0-1 0,0 1 0,1-1 0,-1 3 0,1-2 0,0 0 0,0 0 0,0 0 0,0 0 0,0 0 0,1-1 0,-1 1 0,1 0 0,-1-1 0,1 1 0,-1-1 0,1 0 0,0 1 0,0-1 0,0 0 0,-1 0 0,1 0 0,0 0 0,0-1 0,0 1 0,1 0 0,-1-1 0,3 1 0,54 5 0,-54-6 0,284-1 0,-107-1 0,-167 1 0,-1 0 0,0-1 0,1 0 0,-1-2 0,0 1 0,-1-2 0,17-6 0,2-5 0,53-33 0,-80 46-80,0 0 0,0-1-1,0 1 1,-1-1 0,0 0-1,0-1 1,0 1 0,0-1-1,0 0 1,-1 0 0,0 0 0,0 0-1,-1 0 1,1-1 0,-1 1-1,2-8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9:31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4421 815 24575,'-3841'0'0,"3837"0"0,0 0 0,0 0 0,0 0 0,0-1 0,0 1 0,0-1 0,0 0 0,0 0 0,0 0 0,0-1 0,1 1 0,-1-1 0,0 0 0,1 0 0,-4-3 0,4 2 0,1 0 0,-1 0 0,1-1 0,0 1 0,0 0 0,0-1 0,1 0 0,-1 1 0,1-1 0,0 0 0,0 1 0,0-1 0,1 0 0,-1 0 0,1 0 0,0-4 0,0 2 0,0 0 0,0 0 0,0 1 0,1-1 0,0 0 0,0 0 0,1 1 0,0-1 0,0 0 0,2-4 0,3-3 0,0 1 0,17-19 0,-9 10 0,-13 20 0,-1 0 0,0 0 0,0-1 0,0 1 0,0-1 0,0 1 0,-1 0 0,1-1 0,0 0 0,-1 1 0,1-1 0,-1 1 0,1-1 0,-1 0 0,0 1 0,0-1 0,0 0 0,0 1 0,0-1 0,0 0 0,0 1 0,-1-4 0,0 3 0,0 1 0,0-1 0,0 1 0,-1 0 0,1-1 0,0 1 0,-1 0 0,1 0 0,-1 0 0,1 0 0,-1 0 0,0 0 0,1 0 0,-1 1 0,0-1 0,0 1 0,-2-1 0,-11-2 0,0 1 0,0 1 0,-30 0 0,39 1 0,-110 4 0,-149-5 0,262 1 0,0-1 0,0 1 0,0-1 0,0 0 0,1 0 0,-1 0 0,0 0 0,1 0 0,-1-1 0,1 1 0,-1-1 0,1 0 0,0 0 0,0 1 0,-1-1 0,1-1 0,1 1 0,-1 0 0,0 0 0,0-1 0,1 1 0,0-1 0,-1 1 0,1-1 0,0 0 0,0 0 0,0 1 0,1-1 0,-1-3 0,0 2 0,1 1 0,-1 0 0,1 0 0,0-1 0,0 1 0,1 0 0,-1-1 0,1 1 0,0 0 0,-1 0 0,1 0 0,1 0 0,-1 0 0,0 0 0,1 0 0,0 0 0,-1 0 0,1 0 0,0 1 0,0-1 0,1 1 0,-1 0 0,0-1 0,1 1 0,4-3 0,9-2 0,1 0 0,0 0 0,1 2 0,-1 0 0,1 1 0,32-3 0,28-7 0,-29 2 0,1 2 0,0 3 0,73-3 0,-75 11 0,1-3 0,73-12 0,-37 2 0,-55 8 0,1 0 0,53-17 0,-26 5 0,1 2 0,84-9 0,-29 17 0,-75 5 0,56-8 0,-31-4 0,80-26 0,-19 1 0,140-24 0,-204 55-341,1 1 0,-1 4-1,89 7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9:36.8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3960 614 24575,'-800'0'0,"788"0"0,0 0 0,-1 2 0,1-1 0,-19 6 0,26-5 0,0-1 0,0 1 0,0 0 0,0 1 0,0-1 0,0 1 0,1 0 0,-1 0 0,1 1 0,0-1 0,0 1 0,-5 6 0,9-10 0,-1 1 0,1-1 0,-1 1 0,1 0 0,-1-1 0,1 1 0,-1 0 0,1-1 0,0 1 0,-1 0 0,1-1 0,0 1 0,0 0 0,0 0 0,-1-1 0,1 1 0,0 0 0,0 0 0,0 0 0,0-1 0,0 1 0,1 0 0,-1 0 0,0-1 0,0 1 0,0 0 0,1 1 0,0-1 0,0 0 0,0 0 0,0-1 0,0 1 0,0 0 0,0 0 0,0 0 0,0-1 0,1 1 0,-1-1 0,0 1 0,0-1 0,1 1 0,1-1 0,2 1 0,0 0 0,0 0 0,-1-1 0,1 0 0,0 0 0,0 0 0,10-2 0,15-8 0,0-2 0,-1 0 0,39-25 0,78-58 0,-134 87 0,17-14 0,-1-1 0,0-2 0,38-44 0,-49 52 0,1 1 0,0 0 0,24-14 0,-20 14 0,-1 0 0,21-21 0,-41 36 0,13-13 0,-1 0 0,0-1 0,-1-1 0,15-26 0,-25 38 0,0 0 0,0 0 0,0 0 0,-1 0 0,0-1 0,0 1 0,0 0 0,0-1 0,-1 1 0,0-1 0,0-6 0,-1 8 0,1 0 0,-1 0 0,0 0 0,0 0 0,0 0 0,-1 0 0,1 0 0,-1 1 0,1-1 0,-1 0 0,0 1 0,0-1 0,0 1 0,-1 0 0,1 0 0,-1 0 0,1 0 0,-3-2 0,-3 0 0,1 0 0,0 1 0,-1 0 0,0 0 0,0 1 0,0 0 0,0 1 0,0-1 0,0 1 0,-11 1 0,-9 0 0,-46 6 0,7 8 0,50-9 0,-1-1 0,-27 3 0,-160-8 0,-23 3 0,213 0 0,0 0 0,0 1 0,0 1 0,0 0 0,1 1 0,0 1 0,0 0 0,0 1 0,-23 16 0,30-19 0,-1 0 0,1-1 0,-1 0 0,1 0 0,-12 2 0,11-4 0,0 2 0,1-1 0,-1 1 0,1 0 0,-12 7 0,-121 100 0,60-43 0,50-41 0,1 2 0,1 1 0,-37 49 0,61-72 0,-1 1 0,1-1 0,0 1 0,1-1 0,0 1 0,0 0 0,0 1 0,1-1 0,0 0 0,-1 12 0,3-14 0,-1-1 0,1 1 0,0-1 0,1 1 0,-1-1 0,1 1 0,0-1 0,0 1 0,1-1 0,-1 0 0,1 0 0,0 1 0,0-1 0,0 0 0,1-1 0,-1 1 0,1 0 0,5 4 0,0 0 0,0 0 0,0-1 0,1 0 0,0-1 0,0 0 0,1 0 0,0-1 0,0 0 0,0-1 0,0 0 0,1-1 0,-1 0 0,1 0 0,0-1 0,0-1 0,0 0 0,0 0 0,12-2 0,1 0 0,0-2 0,0-1 0,-1-1 0,1-1 0,30-12 0,3-1 0,-42 15 0,13-4 0,0-1 0,35-17 0,-56 23 0,0-1 0,-1 0 0,1 0 0,-1 0 0,0-1 0,-1 0 0,1 0 0,-1 0 0,0-1 0,0 1 0,0-1 0,-1-1 0,0 1 0,5-10 0,-8 14 0,-1 0 0,1-1 0,0 1 0,0 0 0,-1 0 0,1 0 0,-1 0 0,0-1 0,1 1 0,-1 0 0,0 0 0,0 0 0,-1-1 0,1 1 0,0 0 0,-1 0 0,1 0 0,-1-1 0,0 1 0,-1-3 0,0 3 0,0 0 0,0 0 0,0 0 0,0 0 0,0 0 0,0 1 0,0-1 0,-1 1 0,1 0 0,0-1 0,-1 1 0,0 0 0,1 0 0,-5 0 0,-10-2 0,-1 0 0,1 2 0,0 0 0,-25 3 0,25-2 0,-59 1 0,-92 6 0,147-5 0,-1 2 0,1 0 0,0 2 0,0 0 0,-34 16 0,-99 37 0,111-44 0,17-8 0,-42 8 0,44-11 0,0 1 0,-29 11 0,28-8 0,-46 8 0,52-13 0,1 1 0,1 1 0,-1 0 0,1 1 0,-32 16 0,42-18 0,-14 8 0,1 1 0,-33 28 0,48-38 0,1 2 0,0-1 0,0 0 0,0 1 0,0 0 0,1 0 0,0 0 0,0 0 0,0 0 0,1 1 0,-1-1 0,2 1 0,-1 0 0,0 0 0,1-1 0,-1 11 0,2-13 0,0 0 0,0-1 0,1 1 0,-1-1 0,1 1 0,-1 0 0,1-1 0,0 1 0,0-1 0,0 0 0,0 1 0,0-1 0,1 0 0,-1 1 0,1-1 0,0 0 0,2 2 0,0 0 0,0-1 0,0 0 0,0 0 0,1 0 0,0 0 0,-1-1 0,1 0 0,6 2 0,2 0 0,0-1 0,-1 0 0,1-1 0,0-1 0,0 0 0,17-1 0,-19-1 0,0-1 0,0 0 0,0-1 0,-1 0 0,1-1 0,-1 0 0,0-1 0,0 0 0,-1-1 0,0 1 0,1-2 0,-2 1 0,1-2 0,9-9 0,-7 5 0,0 0 0,-1 0 0,0-1 0,-1-1 0,0 1 0,-1-1 0,-1-1 0,-1 0 0,7-19 0,-12 30 0,0 0 0,0 0 0,-1 0 0,1-1 0,-1 1 0,0 0 0,0-1 0,0 1 0,-1 0 0,0-1 0,0 1 0,0 0 0,0 0 0,0 0 0,-1 0 0,0 0 0,0 0 0,0 0 0,0 1 0,-1-1 0,1 1 0,-1 0 0,0-1 0,-4-2 0,-2-2 0,0 1 0,-1 0 0,0 0 0,0 1 0,0 0 0,-1 1 0,-20-7 0,14 7 0,0 0 0,0 2 0,0 0 0,-33-1 0,-75 7 0,44 0 0,-438-3 0,505 2 0,0 0 0,0 1 0,1 0 0,-1 1 0,1 0 0,0 1 0,-24 13 0,-32 11 0,28-16 0,0-1 0,0-3 0,-44 5 0,34-6 0,-87 26 0,98-23 0,0 0 0,-1-3 0,-77 6 0,81-14 0,-17 1 0,-56 7 0,108-8 14,0 1 1,0-1-1,0 0 0,0 0 0,0 0 1,0 0-1,0 0 0,0 0 0,0 0 0,0-1 1,0 1-1,0-1 0,0 0 0,0 1 1,0-1-1,0 0 0,0 0 0,1 0 0,-1 0 1,0-1-1,1 1 0,-1 0 0,-1-3 1,1 1-158,0 0 1,0 0 0,1-1 0,-1 1-1,1-1 1,0 0 0,0 1 0,0-1 0,0 0-1,1 1 1,-1-7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9:46.6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3194 667 24575,'-185'1'0,"-210"-3"0,112-31 0,138 13 0,-134-29 0,49 7 0,141 27 0,1-3 0,-102-36 0,-17-7 0,-16-6 0,178 54 0,-1 1 0,-1 3 0,0 2 0,0 2 0,-48 1 0,-29-8 0,-18-1 0,-145 14 0,345-19 0,100-26 0,31-7 0,282-34 0,-326 67 0,185 1 0,360 20-1365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9:51.0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4994 123 24575,'-99'-1'0,"-109"3"0,99 12 0,67-7 0,-46 1 0,58-9 0,18 0 0,-1 1 0,0 0 0,-16 2 0,27-1 0,-1-1 0,1 1 0,-1-1 0,1 1 0,0 0 0,-1 0 0,1 0 0,0 0 0,-1 0 0,1 1 0,0-1 0,0 1 0,0-1 0,0 1 0,0 0 0,1 0 0,-1 0 0,0 0 0,1 0 0,0 0 0,-3 4 0,-2 9 0,4-9 0,0-1 0,-1 1 0,1-1 0,-1 1 0,-6 6 0,7-10 0,0 1 0,0-1 0,0-1 0,-1 1 0,1 0 0,-1 0 0,0-1 0,1 0 0,-1 1 0,0-1 0,0 0 0,0 0 0,0-1 0,-4 2 0,-34 3 0,0-2 0,-78-5 0,49 0 0,-194 2 0,-136-3 0,212-11 0,-46-1 0,-381 16 0,566 1 0,-58 10 0,-39 3 0,121-14 0,-33 0 0,-60 9 0,-123 13 0,83-10 0,-204-2 0,284-12 0,70 1 0,-1 1 0,0 0 0,1 0 0,0 1 0,-1 0 0,1 1 0,0 0 0,0 0 0,0 0 0,0 1 0,-9 7 0,-30 7 0,41-16 0,0 0 0,-1 0 0,1 0 0,0 1 0,-8 5 0,12-6 0,-1 0 0,1 0 0,0 0 0,0 0 0,0 0 0,0 1 0,0-1 0,1 1 0,-1-1 0,1 1 0,0 0 0,0 0 0,0-1 0,0 1 0,0 0 0,0 4 0,0-2 0,1 0 0,-1 0 0,1 0 0,0 0 0,1 0 0,-1 0 0,1 0 0,0 0 0,1 0 0,-1 0 0,4 8 0,4 4 0,19 31 0,1 2 0,-26-45 0,-1 0 0,1 0 0,0 0 0,0 0 0,1-1 0,0 0 0,-1 0 0,1 0 0,1 0 0,-1 0 0,7 4 0,-2-3 0,1-1 0,-1 0 0,1 0 0,0-1 0,12 3 0,-21-6 0,0 1 0,0-1 0,0 1 0,1-1 0,-1 0 0,0 0 0,0 1 0,0-1 0,0 0 0,1 0 0,-1 0 0,0 0 0,0-1 0,0 1 0,0 0 0,0 0 0,1-1 0,-1 1 0,0-1 0,0 1 0,0-1 0,0 1 0,0-1 0,0 0 0,0 1 0,0-1 0,-1 0 0,1 0 0,0 1 0,0-1 0,0 0 0,-1 0 0,1 0 0,-1 0 0,1 0 0,-1 0 0,1 0 0,-1-1 0,1 1 0,-1 0 0,0 0 0,0 0 0,1 0 0,-1 0 0,0-1 0,0-1 0,-1-2 0,1-1 0,0 1 0,-1 0 0,0-1 0,-1 1 0,1 0 0,-1 0 0,0 0 0,-2-5 0,-35-56 0,25 46 0,2-1 0,0 0 0,1 0 0,1-2 0,1 1 0,2-1 0,-8-32 0,9 25 0,-2 1 0,-20-52 0,16 47 0,6 21 0,0 0 0,-1 1 0,0 0 0,-1 0 0,-10-11 0,-11-18 0,25 37 0,1 0 0,-1-1 0,0 1 0,0 1 0,-1-1 0,1 1 0,-1 0 0,0 0 0,0 0 0,0 1 0,0-1 0,0 1 0,-1 0 0,1 1 0,0-1 0,-1 1 0,1 0 0,-1 1 0,-9-1 0,-10 1 0,0 1 0,0 0 0,-25 6 0,5 3 0,-79 27 0,19-4 0,96-30 0,0 0 0,0 0 0,1 1 0,-1 0 0,1 0 0,0 1 0,0 0 0,0 1 0,1 0 0,0 0 0,0 0 0,1 1 0,-1 0 0,-5 10 0,9-13 0,1 0 0,-1 0 0,1 0 0,0 0 0,1 0 0,-1 1 0,1-1 0,0 1 0,0-1 0,0 1 0,0-1 0,1 1 0,0 0 0,0-1 0,0 1 0,1-1 0,-1 1 0,1-1 0,0 1 0,1-1 0,-1 1 0,1-1 0,0 0 0,0 0 0,0 1 0,0-1 0,1-1 0,-1 1 0,1 0 0,4 3 0,2 3 0,-1-1 0,2 0 0,-1-1 0,1 0 0,0 0 0,1-1 0,0-1 0,0 0 0,0 0 0,1-1 0,0-1 0,0 0 0,0 0 0,0-1 0,1-1 0,-1 0 0,1 0 0,18-1 0,-13 0 0,0 1 0,27 6 0,-27-4 0,1-1 0,24 1 0,-37-4 0,0 0 0,-1 0 0,1-1 0,0 0 0,-1 0 0,1 0 0,0-1 0,-1 0 0,0 0 0,1 0 0,8-6 0,-3 2 0,1 0 0,0 1 0,0 0 0,1 1 0,-1 0 0,15-2 0,-10 2 0,0 0 0,27-12 0,21-9 0,-40 16 0,30-15 0,-30 13 0,1 0 0,0 2 0,0 1 0,1 1 0,0 1 0,0 1 0,1 2 0,38-1 0,-60 4 0,-1 0 0,1 0 0,-1-1 0,0 0 0,0 0 0,1-1 0,-1 1 0,0-1 0,0 0 0,5-3 0,-9 5 0,0-1 0,0 0 0,0 1 0,-1-1 0,1 0 0,0 0 0,0 0 0,-1 0 0,1 1 0,0-1 0,-1 0 0,1 0 0,-1 0 0,1 0 0,-1-1 0,1 1 0,-1 0 0,0 0 0,0 0 0,1-2 0,-1 1 0,-1 0 0,1-1 0,-1 1 0,1 0 0,-1 0 0,0 0 0,0 0 0,0 0 0,0 0 0,0 0 0,0 0 0,-1 0 0,1 0 0,-3-2 0,-15-13-1365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9:54.7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0 174 24575,'695'0'0,"-677"-1"0,1-2 0,-1 0 0,0 0 0,0-2 0,25-10 0,-23 8 0,-1 1 0,1 1 0,0 0 0,26-1 0,297 4 0,-165 4 0,-121-1 0,-19 0 0,0-1 0,-1-2 0,52-9 0,-23 1 0,1 3 0,-1 2 0,104 8 0,-47-1 0,-73-4 0,59-11 0,36-2 0,566 14 0,-342 3 0,-248 0 0,133-5 0,-165-10 0,-57 7 0,49-3 0,-61 9 0,-15 1 0,0-1 0,0 1 0,0-1 0,0 0 0,0-1 0,0 1 0,0-1 0,-1 0 0,1 0 0,0-1 0,0 1 0,-1-1 0,6-3 0,-10 5 0,0 0 0,0-1 0,0 1 0,0 0 0,0-1 0,0 1 0,0 0 0,0-1 0,0 1 0,0 0 0,0-1 0,0 1 0,0-1 0,-1 1 0,1 0 0,0 0 0,0-1 0,0 1 0,0 0 0,-1-1 0,1 1 0,0 0 0,0 0 0,-1-1 0,1 1 0,0 0 0,0 0 0,-1-1 0,1 1 0,0 0 0,-1 0 0,1 0 0,0 0 0,-1 0 0,1-1 0,0 1 0,-1 0 0,1 0 0,0 0 0,-1 0 0,1 0 0,0 0 0,-1 0 0,1 0 0,0 0 0,-1 0 0,0 1 0,-19-6 0,-34 2-1365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39:57.7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1613 757 24575,'605'0'0,"-424"-15"0,-25 1 0,150 12 0,-165 3 0,-120-2 0,0-1 0,40-10 0,-39 7 0,1 1 0,28-1 0,435 4 0,-261 2 0,-749-1 0,488-2 0,-1-2 0,1-2 0,-1-1 0,-36-13 0,-20-4 0,21 6 0,-106-42 0,-63-43 0,76 31 0,15 2 0,-46-18 0,166 77 0,-1 1 0,0 1 0,0 2 0,-53-5 0,15 6 0,-91-20 0,112 18 0,-68-3 0,76 10 0,0-3 0,1-1 0,-39-11 0,23 3 0,-68-8 0,75 15 0,0-3 0,-56-17 0,84 20 0,0 1 0,0 1 0,-1 1 0,-29-1 0,-87 6 0,49 1 0,-402-3 0,481 0-341,0-1 0,0 1-1,-16-5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0:00.1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3923 0 24575,'-99'5'0,"-109"18"0,81-7 0,-97 13 0,-138 13 0,91-17 0,-257 10 0,453-32 0,1 3 0,-116 24 0,7 15 0,86-21 0,66-14 0,-1-2 0,0-2 0,-63 5 0,71-10 0,0 1 0,0 1 0,-32 8 0,-28 2 0,62-10 0,0 0 0,0 1 0,-29 9 0,-28 15 0,-172 58 0,212-75 0,-1-2 0,0-2 0,-68 4 0,-123-12 0,103-1 0,120 2-273,0 0 0,0-1 0,1 0 0,-12-3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1:19.4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4348 435 24575,'-2'84'0,"4"92"0,-1-171 0,-1 0 0,1 1 0,0-1 0,1 0 0,-1 1 0,1-1 0,0 0 0,1 0 0,-1 0 0,1-1 0,0 1 0,3 4 0,2 0 0,1-1 0,0 1 0,0-2 0,13 9 0,-10-6 0,-1 1 0,-1 0 0,1 0 0,-2 1 0,0 1 0,0 0 0,7 15 0,28 38 0,-29-44 0,24 28 0,-37-48 0,1 0 0,-1 1 0,0-1 0,1 0 0,-1 0 0,1 0 0,0-1 0,0 1 0,-1 0 0,1-1 0,0 0 0,0 0 0,0 0 0,1 0 0,2 0 0,-4-1 0,-1 0 0,1-1 0,-1 1 0,0 0 0,1-1 0,-1 1 0,0-1 0,1 0 0,-1 0 0,0 1 0,0-1 0,1 0 0,-1 0 0,0 0 0,0 0 0,0 0 0,0 0 0,0-1 0,0 1 0,-1 0 0,1 0 0,0-1 0,-1 1 0,1-1 0,-1 1 0,1 0 0,-1-1 0,0 1 0,1-1 0,-1 1 0,0-3 0,4-52 0,-4 50 0,0-22 0,-7-214 0,4 212 0,-2-1 0,-1 2 0,-1-1 0,-2 1 0,-23-54 0,24 69 0,-1 0 0,0 1 0,-1 0 0,-18-19 0,-21-28 0,35 42 0,-2 0 0,1 0 0,-28-22 0,-8-8 0,44 42 0,0 0 0,0 0 0,-1 1 0,1 0 0,-1 0 0,0 1 0,0 0 0,-1 1 0,1 0 0,-1 0 0,1 0 0,-1 1 0,-16-1 0,-10 0 0,0 2 0,-45 5 0,9-1 0,-9-2 0,-129-3 0,170-3 0,-66-18 0,73 14 0,-1 2 0,0 1 0,-42-2 0,-213 10 0,-104-3 0,180-28 0,152 17 0,-2 3 0,-72-1 0,-25 13 0,-151-5 0,190-11 0,-30-2 0,-157 15 0,295 1 0,0 1 0,0-1 0,0 2 0,0-1 0,1 2 0,-1 0 0,-17 8 0,-15 6 0,5-7 0,27-8 0,1 1 0,-1 0 0,1 0 0,0 1 0,-12 7 0,-26 15 0,37-22 0,0 1 0,0 1 0,0 0 0,1 1 0,-14 12 0,23-19 0,1 0 0,0 1 0,0-1 0,-1 0 0,1 1 0,0-1 0,0 1 0,1-1 0,-1 1 0,0-1 0,0 1 0,1-1 0,-1 1 0,1 0 0,-1 0 0,1-1 0,-1 4 0,2-4 0,-1 1 0,0-1 0,1 0 0,-1 0 0,1 0 0,-1 0 0,1 0 0,0 0 0,-1 0 0,1 0 0,0 0 0,-1 0 0,1-1 0,0 1 0,0 0 0,0 0 0,0-1 0,0 1 0,0-1 0,1 2 0,8 1 0,-1 1 0,1-1 0,0-1 0,19 3 0,-11-1 0,56 12 0,-34-6 0,1-1 0,0-2 0,60 1 0,769-9 0,-772 6 0,0 4 0,150 36 0,-150-25 0,1-3 0,141 5 0,982-25 0,-1213 3 0,1 1 0,0-1 0,-1 1 0,1 1 0,0 0 0,-1 0 0,15 7 0,-20-8 0,-1 1 0,1 0 0,-1 0 0,0 0 0,0 0 0,0 1 0,0-1 0,0 1 0,-1 0 0,1-1 0,-1 1 0,0 1 0,0-1 0,0 0 0,0 0 0,0 1 0,-1-1 0,1 1 0,-1-1 0,0 1 0,0 0 0,0 4 0,0 3 0,-1 1 0,0 0 0,-1 0 0,0 0 0,0 0 0,-2-1 0,1 1 0,-2-1 0,0 0 0,0 1 0,0-2 0,-2 1 0,1 0 0,-1-1 0,-1 0 0,0-1 0,0 1 0,-1-1 0,-11 9 0,-18 21 0,27-27 0,0-1 0,0 0 0,-1-1 0,-1 0 0,0 0 0,0-2 0,-1 1 0,0-2 0,-26 12 0,25-13 0,0 1 0,1 0 0,-1 1 0,-19 15 0,20-13 0,-1-1 0,0 0 0,-28 12 0,27-16 0,0 0 0,0-1 0,-1-1 0,0-1 0,-17 1 0,-83-4 0,55-1 0,49 1 0,0 0 0,1-1 0,-1 0 0,1 0 0,-1-2 0,-13-5 0,-65-34 0,63 28 0,-55-20 0,-29-11 0,-2-1 0,54 25 0,46 16 0,-1 0 0,-1 1 0,1 0 0,-1 1 0,0 1 0,-15-1 0,-111-10 0,-59-1 0,-1382 16 0,1567-1 0,0-1 0,0-1 0,0 0 0,0-1 0,0 0 0,1-1 0,-1-1 0,1 0 0,-24-14 0,-124-59 0,148 73 0,0 0 0,0 1 0,-23-3 0,26 5 0,0 0 0,0 0 0,0-1 0,1 0 0,-1-1 0,1-1 0,-14-7 0,17 8 0,1-1 0,0 1 0,0-1 0,1-1 0,-1 1 0,1-1 0,0 0 0,1 0 0,0 0 0,0-1 0,0 1 0,-5-13 0,8 14 0,-1-1 0,1 1 0,0-1 0,0 1 0,0-1 0,1 0 0,0 1 0,0-1 0,0 1 0,1-1 0,-1 0 0,2 1 0,-1-1 0,0 1 0,1 0 0,0-1 0,5-8 0,2 0 0,0-1 0,1 1 0,1 1 0,0 0 0,0 1 0,2 0 0,-1 0 0,18-10 0,9-5 0,71-35 0,-80 52 0,-29 10 0,-1 0 0,1-1 0,-1 1 0,0 0 0,1 0 0,-1 0 0,1 0 0,-1 0 0,1 0 0,-1 0 0,0 0 0,1 0 0,-1 0 0,1 0 0,-1 0 0,1 0 0,-1 0 0,0 0 0,1 0 0,-1 0 0,1 0 0,-1 1 0,0-1 0,1 0 0,-1 0 0,1 0 0,-1 1 0,0-1 0,1 0 0,-1 1 0,0-1 0,0 0 0,1 1 0,-1-1 0,0 0 0,0 1 0,1-1 0,-1 0 0,0 1 0,0-1 0,0 1 0,0-1 0,1 1 0,-1-1 0,0 0 0,0 1 0,0-1 0,0 1 0,0-1 0,0 1 0,0-1 0,0 0 0,-1 1 0,1-1 0,0 1 0,0-1 0,0 0 0,0 1 0,-1-1 0,1 1 0,0-1 0,0 0 0,0 1 0,-1-1 0,1 0 0,0 1 0,-1-1 0,-3 6 0,0-1 0,0 0 0,-1 0 0,1 0 0,-1-1 0,0 0 0,0 0 0,-7 4 0,-18 15 0,4 3 0,-10 6 0,2 3 0,-33 42 0,36-43 0,26-30 0,1 0 0,0 1 0,0-1 0,0 1 0,0 0 0,1 0 0,0 0 0,0 0 0,0 0 0,0 1 0,1-1 0,0 1 0,-2 10 0,1-1 0,1 1 0,1 0 0,0-1 0,1 1 0,1 0 0,0 0 0,1-1 0,6 23 0,-5-32 0,0-1 0,0 1 0,1-1 0,0 0 0,0 0 0,0-1 0,10 8 0,37 28 0,-46-36 0,4 1 0,1 0 0,-1-1 0,1 0 0,-1 0 0,1-1 0,0 0 0,0-1 0,1 0 0,-1-1 0,0 0 0,1 0 0,18-3 0,-43 2 0,1-1 0,-1-1 0,1 0 0,-1-1 0,-13-4 0,-81-31 0,58 19 0,33 14 0,-1 1 0,0 0 0,-32-2 0,27 4 0,-38-9 0,29 5 0,0 1 0,-1 2 0,0 1 0,-38 2 0,216 0 0,213-10 0,215-9 0,-414 20 0,-120-3 0,62-10 0,-58 5 0,43-1 0,-39 9 0,-35 1 0,1-2 0,-1 0 0,0 0 0,1-1 0,-1 0 0,22-6 0,-32 6-47,0 1 0,-1-1 0,1 0 0,0 0 0,-1 0 0,1 0 0,-1 0 0,1-1 0,-1 1-1,1 0 1,-1-1 0,0 1 0,1-1 0,-1 1 0,0-1 0,0 0 0,0 1 0,-1-1 0,1 0 0,0 0 0,-1 1 0,1-1-1,-1 0 1,1 0 0,-1 0 0,0 0 0,0 0 0,0-2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1:21.8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0 203 24575,'68'1'0,"-24"1"0,0-2 0,0-2 0,-1-2 0,71-15 0,-72 8 0,1 3 0,81-7 0,86 12 0,-198 3 0,69 2 0,121-4 0,-99-14 0,-34 4 0,-3 0 0,-35 5 0,45-2 0,-52 7 0,0-1 0,0-1 0,37-10 0,-61 13 0,0 1 0,0 0 0,-1 0 0,1 0 0,0 0 0,0 0 0,0 0 0,0 0 0,0 0 0,0 0 0,0 0 0,0 0 0,0 0 0,0 0 0,0 0 0,0 0 0,0 0 0,0-1 0,0 1 0,0 0 0,0 0 0,0 0 0,0 0 0,0 0 0,0 0 0,0 0 0,0 0 0,0 0 0,0 0 0,0 0 0,0 0 0,0 0 0,0 0 0,0-1 0,0 1 0,0 0 0,0 0 0,0 0 0,0 0 0,1 0 0,-1 0 0,0 0 0,0 0 0,0 0 0,0 0 0,0 0 0,0 0 0,0 0 0,0 0 0,0 0 0,0 0 0,0 0 0,0 0 0,-11-2 0,-18 0 0,21 2 0,-28 0 0,1-1 0,-1-1 0,1-2 0,-43-11 0,36 5 114,0 1 0,-76-4 0,-86 10-1821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1:24.5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0 262 24575,'12'-1'0,"1"0"0,-1-1 0,0 0 0,-1-1 0,14-5 0,16-4 0,80-16 0,1 5 0,1 5 0,206-2 0,-285 21 0,0-2 0,-1-2 0,48-9 0,-57 7 0,59-1 0,-60 5 0,64-10 0,-68 5 0,-1-1 0,0-1 0,49-23 0,-62 26 0,1 0 0,-1 1 0,1 0 0,0 1 0,0 1 0,0 0 0,0 2 0,0-1 0,18 4 0,-14-2 0,1-1 0,-1-1 0,0 0 0,0-2 0,21-4 0,-8 0 0,0 1 0,1 2 0,0 1 0,61 4 0,-483-1 0,170 1 0,190 0 0,0 2 0,0 1 0,1 1 0,-50 16 0,43-11 0,-110 24-1365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1:27.9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1011 24575,'850'0'0,"-654"-14"0,4-1 0,547 16 0,-712-4 0,-1-1 0,0-2 0,0-1 0,41-14 0,-28 8 0,-7 0 0,-25 8 0,0 1 0,0 0 0,19-2 0,-25 5 0,-1 0 0,1 0 0,-1-1 0,0 0 0,0-1 0,0 0 0,0 0 0,0 0 0,13-9 0,-17 9 0,0 0 0,-1-1 0,1 1 0,-1-1 0,1 0 0,-1 0 0,0 0 0,-1 0 0,1 0 0,-1-1 0,0 1 0,0-1 0,0 1 0,-1-1 0,1 0 0,-1 0 0,0 0 0,0-5 0,0-1 0,0 1 0,0 0 0,-1 0 0,-1 0 0,0-1 0,0 1 0,-1 0 0,0 0 0,-1 0 0,0 0 0,0 1 0,-1-1 0,0 1 0,-1 0 0,0 0 0,-12-15 0,-2 1 0,-2 0 0,-35-31 0,-15-15 0,28 27 0,-1 2 0,-53-37 0,46 38 0,-73-72 0,95 76 0,-17-18 0,42 50 0,1 0 0,-1 0 0,1 0 0,-1 0 0,0 1 0,0-1 0,0 1 0,-1 0 0,1 0 0,0 1 0,-7-2 0,9 2 0,1 1 0,0-1 0,-1 1 0,1 0 0,0 0 0,-1-1 0,1 1 0,0 0 0,-1 0 0,1 1 0,0-1 0,-1 0 0,1 0 0,0 1 0,0-1 0,-1 0 0,1 1 0,0 0 0,0-1 0,0 1 0,-1 0 0,1-1 0,0 1 0,0 0 0,0 0 0,0 0 0,0 0 0,0 0 0,1 0 0,-1 0 0,0 0 0,0 0 0,1 0 0,-1 1 0,1-1 0,-1 0 0,1 0 0,0 1 0,-1-1 0,1 0 0,0 1 0,0-1 0,0 0 0,0 1 0,0-1 0,0 2 0,1 4 0,0 0 0,0 1 0,0-1 0,1-1 0,0 1 0,1 0 0,3 8 0,21 45 0,-21-42 0,2-1 0,0 0 0,1 0 0,1-1 0,18 24 0,94 109 0,-106-134 0,-1-2 0,2 0 0,-1-1 0,2-1 0,0 0 0,31 13 0,0 1 0,-2 1 0,70 27 0,-97-46 0,1-1 0,-1-1 0,1 0 0,0-2 0,1 0 0,31-1 0,32-4-1365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1:29.1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1:39.0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4504 234 24575,'-55'-3'0,"-92"-16"0,63 6 0,-693-101 0,613 88 0,48 7 0,31 4 0,-1 3 0,-98 0 0,-1328 15 0,967-4 0,535 1 0,-1 1 0,1 0 0,0 0 0,0 1 0,0 0 0,0 1 0,0 0 0,1 1 0,-1 0 0,1 0 0,0 1 0,0 0 0,-13 11 0,12-9 0,-14 13 0,1 1 0,-31 34 0,48-50 0,1 2 0,0-1 0,0 0 0,1 1 0,-1 0 0,1 0 0,1 0 0,0 1 0,0-1 0,0 1 0,1 0 0,0-1 0,0 1 0,1 0 0,0 0 0,0 0 0,1 0 0,0 1 0,1-1 0,1 8 0,0-2 0,2-1 0,-1 1 0,2-1 0,-1 0 0,13 24 0,-13-32 0,-1 1 0,1-1 0,0 0 0,1 0 0,-1 0 0,1 0 0,0-1 0,0 0 0,0 0 0,1 0 0,0-1 0,-1 0 0,1 0 0,9 4 0,1-1 0,26 10 0,-41-16 0,0 1 0,1-1 0,-1 1 0,1-1 0,-1 0 0,1 0 0,-1 0 0,1 0 0,-1 0 0,1 0 0,-1 0 0,1 0 0,-1 0 0,1-1 0,-1 1 0,0-1 0,1 1 0,-1-1 0,1 1 0,-1-1 0,2-2 0,-2 3 0,-1-1 0,1 0 0,-1 0 0,1 0 0,-1 0 0,0 0 0,0 0 0,1 0 0,-1 0 0,0 0 0,0 0 0,0 0 0,0 0 0,0 0 0,0 0 0,-1 0 0,1 0 0,0 0 0,0 0 0,-1 0 0,1 0 0,0 1 0,-1-1 0,1 0 0,-1 0 0,1 0 0,-1 0 0,0 1 0,1-1 0,-1 0 0,0 0 0,1 1 0,-2-2 0,-27-22 0,-19-11 0,12 9 0,-1 0 0,-66-33 0,91 55 0,1 0 0,-1 0 0,0 1 0,0 1 0,0 0 0,-18-1 0,-78 5 0,47 1 0,-54-3-1365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1:41.6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1158 612 24575,'-1158'0'0,"1178"-2"0,0-1 0,0 0 0,0-2 0,-1 0 0,36-16 0,-9 4 0,-2-1 0,-1-3 0,0-1 0,-2-2 0,54-42 0,26-16 0,-100 67 0,1-1 0,33-35 0,-35 32 0,1 0 0,36-24 0,-35 29 0,39-25 0,87-40 0,-132 73 0,-1 1 0,1 1 0,0 0 0,0 1 0,0 0 0,18 1 0,103 3 0,-55 2 0,-58-3 0,26 1 0,-50-1 0,1 0 0,-1 0 0,0 0 0,1 0 0,-1 0 0,0 1 0,1-1 0,-1 0 0,0 0 0,1 0 0,-1 0 0,0 0 0,1 1 0,-1-1 0,0 0 0,0 0 0,1 0 0,-1 1 0,0-1 0,0 0 0,0 1 0,1-1 0,-1 0 0,0 0 0,0 1 0,0-1 0,0 0 0,1 1 0,-1-1 0,0 0 0,0 1 0,0-1 0,0 0 0,0 1 0,0-1 0,0 0 0,0 1 0,0-1 0,0 0 0,0 1 0,0-1 0,0 0 0,-1 1 0,1-1 0,0 0 0,0 1 0,0-1 0,0 0 0,0 1 0,-1-1 0,1 0 0,0 0 0,0 1 0,-1-1 0,1 1 0,-15 13 0,-14 2 0,-1-2 0,-44 16 0,-2 1 0,-2 4 138,-10 6-889,-107 34-1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1:44.3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1 376 24575,'47'-3'0,"0"-2"0,-1-2 0,67-18 0,36-7 0,79-10 0,40-6 0,-86 36 0,1 1 0,-79-5 0,-22 2 0,107-3 0,-145 15 0,46-10 0,39-2 0,-98 14 0,20-1 0,1-2 0,51-9 0,-39 3 0,0 4 0,125 5 0,-74 2 0,261-2 0,-348-1 0,1-2 0,33-7 0,-31 4 0,49-3 0,28 10 0,44-2 0,-81-13 0,-54 9 0,0 1 0,24-2 0,-12 3 0,33-8 0,-36 5 0,0 2 0,32-2 0,336 7-1365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1:49.1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813 32 24575,'1126'0'0,"-1085"-2"0,65-12 0,-64 7 0,60-2 0,1023 11 0,-1102-1 0,-1 2 0,1 0 0,24 8 0,11 1 0,-46-10 0,-1 1 0,1 1 0,0 0 0,-1 0 0,1 1 0,-1 1 0,19 12 0,-1 3 0,35 35 0,22 17 0,-69-61 0,-4-4 0,0 1 0,-1 1 0,0 0 0,0 0 0,-1 1 0,12 17 0,2 5 0,-18-26 0,-1 1 0,1 0 0,-2 1 0,1-1 0,-1 1 0,0 0 0,-1 0 0,0 1 0,-1-1 0,0 1 0,0 0 0,2 19 0,-4-25 0,-1-1 0,0 1 0,0-1 0,0 1 0,0 0 0,-1-1 0,1 1 0,-1-1 0,0 1 0,0-1 0,0 0 0,-1 1 0,1-1 0,-1 0 0,0 0 0,1 0 0,-6 5 0,4-5 0,0 0 0,-1-1 0,1 0 0,-1 1 0,0-2 0,0 1 0,0 0 0,0-1 0,0 1 0,0-1 0,0 0 0,-1-1 0,1 1 0,-8-1 0,0 1 0,-68 1 0,75-2 0,1-1 0,-1 1 0,0-1 0,1 1 0,-1-2 0,1 1 0,-1 0 0,1-1 0,0 0 0,-1 0 0,1 0 0,0 0 0,-7-6 0,10 6 0,-1 1 0,1-1 0,0 0 0,-1 0 0,1 0 0,0 0 0,0 0 0,0 0 0,0 0 0,1-1 0,-1 1 0,0 0 0,1 0 0,0-1 0,-1 1 0,1 0 0,0-1 0,0 1 0,1 0 0,-1-1 0,0 1 0,1 0 0,-1 0 0,1-1 0,0 1 0,0 0 0,-1 0 0,2 0 0,-1 0 0,0 0 0,0 0 0,1 0 0,1-2 0,1-1 0,0 1 0,0-1 0,0 1 0,1 0 0,0 0 0,0 1 0,0-1 0,0 1 0,0 0 0,1 0 0,9-3 0,66-16 0,93-32 0,-160 50 0,1 0 0,0 0 0,25-2 0,-185 29 0,56-7 0,-158 6 0,-2122-23 0,2201 15 0,17 1 0,122-13 0,0 2 0,0 0 0,1 2 0,0 1 0,0 2 0,1 1 0,0 0 0,0 2 0,-40 25 0,26-16 0,-2-3 0,0-1 0,0-2 0,-84 16 0,-46 16 0,144-37-227,-1-2-1,0-1 1,0-1-1,-1-1 1,-40 0-1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2:01.7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4032 408 24575,'-1648'0'0,"1608"-3"0,0-1 0,1-2 0,-39-10 0,31 5 0,-75-6 0,-341 13 0,246 6 0,-815-2 0,1014 1 0,-1 0 0,1 1 0,-1 2 0,1 0 0,0 0 0,-30 13 0,35-12 0,1 1 0,0 0 0,0 1 0,1 0 0,0 1 0,0 0 0,0 1 0,1 0 0,-17 21 0,25-28 0,0 1 0,0-1 0,0 1 0,1 0 0,0-1 0,-1 1 0,1 0 0,0 0 0,0 0 0,0 0 0,1 0 0,-1 0 0,1 0 0,-1 0 0,1 0 0,0 0 0,1 0 0,0 6 0,0-5 0,0 0 0,1-1 0,0 1 0,0 0 0,0-1 0,0 1 0,0-1 0,1 1 0,0-1 0,-1 0 0,1 0 0,5 3 0,8 6 0,1-2 0,0 1 0,0-2 0,31 12 0,-44-19 0,9 2 0,1 1 0,-1-2 0,1 0 0,0 0 0,28 1 0,76-6 0,-46-1 0,2074 1 0,-1088 4 0,-1037-4 0,0 0 0,-1-1 0,1-1 0,0-1 0,-1-1 0,0 0 0,-1-2 0,37-19 0,-30 16 0,-1 2 0,1 1 0,1 1 0,-1 1 0,47-4 0,25-5 0,0 2 0,-53 8 0,-42 5 0,0-1 0,0 1 0,0-1 0,0 0 0,0 0 0,0 0 0,-1-1 0,1 1 0,0-1 0,-1 1 0,1-1 0,-1 0 0,1 0 0,-1 0 0,0 0 0,0-1 0,0 1 0,0-1 0,0 1 0,-1-1 0,1 1 0,-1-1 0,1 0 0,-1 0 0,0 0 0,0 0 0,-1 0 0,2-6 0,-1 4 0,-1-1 0,1 0 0,-1 0 0,0 0 0,-1 0 0,1 0 0,-1 1 0,0-1 0,-1 0 0,1 1 0,-1-1 0,0 0 0,-1 1 0,-5-9 0,0 0 0,-1 1 0,-1 0 0,0 1 0,-1 0 0,0 1 0,-1 0 0,0 1 0,0 0 0,-1 1 0,-1 1 0,1-1 0,-1 2 0,-1 0 0,-15-5 0,9 7 0,0-2 0,0 0 0,1-1 0,0-2 0,1 0 0,0 0 0,0-2 0,-19-16 0,28 19 0,1 1 0,-1 0 0,-1 0 0,0 1 0,0 0 0,0 1 0,-1 1 0,0 0 0,0 0 0,-24-5 0,3 3 0,6 0 0,-1 1 0,-56-3 0,-762 9 0,393 2 0,-443-2 0,877 1 0,0 1 0,1 1 0,-1 1 0,0 0 0,1 2 0,0 0 0,-32 16 0,-11 3 0,40-19-14,0-2 0,0 0 0,-1-1 0,1-1 0,-1-1 0,0-1 0,-23-4 0,-8 2-1239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2:05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5306 1 24575,'-33'1'0,"-61"12"0,-10 1 0,-5 0 0,73-7 0,-52 2 0,63-8 0,1 1 0,-1 2 0,-28 7 0,19-6 0,0 0 0,0-3 0,-1 0 0,-44-5 0,-68 4 0,77 12 0,52-8 0,0-1 0,-21 1 0,-331-2 0,192-5 0,149 3 0,0 2 0,-33 7 0,31-4 0,-49 3 0,45-7 0,-45 10 0,46-6 0,-48 3 0,-529-8 0,293-3 0,-238 2 0,518-2 0,-63-11 0,61 7 0,-58-3 0,-48 12 0,-111-6 0,167-10 0,-21-1 0,4 13 0,54 1 0,-96-11 0,107 4 0,0-1 0,-50-18 0,59 17 43,1 1 0,-1 2-1,0 1 1,-63 0 0,-22-4-1622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2:18.4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540 233 24575,'141'-7'0,"198"-34"0,-161 16 0,200-44 0,-107 17 0,-174 36 0,1 4 0,113 2 0,1147 12 0,-762-3 0,-582 2 0,0 0 0,1 1 0,-1 1 0,0 0 0,0 1 0,0 0 0,-1 1 0,1 0 0,-1 1 0,0 1 0,-1 0 0,16 13 0,-24-17 0,0 1 0,0 0 0,-1 0 0,1 0 0,-1 1 0,0-1 0,0 1 0,-1-1 0,0 1 0,1 0 0,-2 0 0,1 0 0,0 1 0,-1-1 0,0 0 0,0 0 0,-1 1 0,0-1 0,0 1 0,-1 7 0,-1 12 0,-1-1 0,-1 0 0,-8 26 0,11-48 0,-1 4 0,1 0 0,0-1 0,0 1 0,0 0 0,1 0 0,-1 0 0,1 0 0,1 0 0,0 7 0,0-11 0,0 0 0,0 0 0,0 1 0,0-1 0,0 0 0,0 0 0,1-1 0,-1 1 0,1 0 0,-1 0 0,1-1 0,-1 1 0,1 0 0,0-1 0,0 0 0,0 1 0,0-1 0,0 0 0,0 0 0,0 0 0,1-1 0,-1 1 0,0 0 0,0-1 0,1 1 0,2-1 0,-2 1 0,-1-1 0,1 1 0,0-1 0,0 1 0,0-1 0,0 0 0,0 0 0,0-1 0,0 1 0,0-1 0,0 1 0,-1-1 0,1 0 0,0 0 0,0 0 0,-1 0 0,1-1 0,0 1 0,-1-1 0,1 1 0,-1-1 0,3-2 0,-2-1 0,0 0 0,0 1 0,0-1 0,0 0 0,-1-1 0,0 1 0,0 0 0,0-1 0,-1 1 0,2-10 0,-3 13 0,1-1 0,-1 0 0,1 1 0,0-1 0,0 0 0,0 1 0,0-1 0,0 1 0,0-1 0,1 1 0,-1 0 0,1 0 0,0 0 0,0 0 0,0 0 0,0 0 0,0 0 0,0 0 0,2-1 0,-2 3 0,0-1 0,0 1 0,-1-1 0,1 1 0,0 0 0,0 0 0,0 0 0,0 0 0,-1 0 0,1 1 0,0-1 0,0 0 0,0 1 0,-1-1 0,1 1 0,0 0 0,-1-1 0,1 1 0,0 0 0,-1 0 0,1 0 0,-1 0 0,1 1 0,-1-1 0,0 0 0,0 1 0,1-1 0,-1 0 0,1 3 0,2 2 0,1 0 0,-1 1 0,-1 0 0,0-1 0,1 1 0,-2 0 0,1 1 0,-1-1 0,0 0 0,-1 1 0,1 14 0,0 10 0,-4 49 0,-1-37 0,3-36 0,0 1 0,0 0 0,0 1 0,-1-1 0,-1 0 0,-2 11 0,2-17 0,0 1 0,1-1 0,-1 1 0,0-1 0,-1 0 0,1 0 0,0 0 0,-1 0 0,0-1 0,1 1 0,-1 0 0,0-1 0,-1 0 0,1 0 0,-6 3 0,-3 0 0,0 0 0,-1-1 0,1-1 0,-1 0 0,0-1 0,0 0 0,-15 0 0,-34 6 0,-9 2 0,0-3 0,-1-3 0,-81-7 0,27 1 0,-422 2 0,519 1 0,0 2 0,-33 7 0,31-4 0,-49 3 0,13-4 0,0 4 0,-82 20 0,76-13 0,-114 10 0,21-14 0,-150 6 0,-467-16 0,397-4 0,-18 2 0,400 0 0,-1 0 0,0 0 0,1 0 0,-1-1 0,1 0 0,-1 0 0,1 0 0,-1 0 0,1-1 0,0 0 0,0 0 0,-1 0 0,-4-3 0,8 3 0,-1 0 0,1 1 0,0-1 0,-1 0 0,1 0 0,0 1 0,0-1 0,0 0 0,0 0 0,1 0 0,-1 0 0,0-1 0,1 1 0,0 0 0,-1 0 0,1 0 0,0 0 0,0 0 0,0-1 0,0 1 0,1 0 0,-1 0 0,1 0 0,-1 0 0,1 0 0,0 0 0,-1 0 0,1 0 0,0 0 0,3-3 0,3-8 0,2 0 0,0 1 0,0 0 0,1 0 0,1 1 0,0 1 0,0 0 0,20-14 0,-15 12 0,0-1 0,-1 0 0,0-1 0,14-19 0,-16 4 0,-13 26 0,1 0 0,0 0 0,0 0 0,0 0 0,1 1 0,-1-1 0,1 0 0,-1 1 0,1-1 0,0 1 0,0 0 0,3-3 0,0 5 0,-6 8 0,-7 9 0,1-8 0,-1-1 0,0 0 0,0-1 0,-1 1 0,0-2 0,0 1 0,0-1 0,-1-1 0,0 0 0,0 0 0,-1-1 0,1 0 0,-1 0 0,0-2 0,-20 4 0,-12-2 0,-1-1 0,-77-5 0,52-1 0,28 1 0,0-3 0,-45-10 0,55 9 0,25 5 0,0-1 0,1 0 0,0 0 0,-1 0 0,1-1 0,0 1 0,0-1 0,0 0 0,0-1 0,-5-5 0,9 8 0,-1 0 0,1 0 0,0 0 0,0 0 0,1 0 0,-1 0 0,0-1 0,0 1 0,1 0 0,-1-1 0,0 1 0,1 0 0,-1-1 0,1 1 0,0-1 0,-1 1 0,1-1 0,0 1 0,0 0 0,0-1 0,0 1 0,0-1 0,1 1 0,-1-1 0,0 1 0,1-1 0,-1 1 0,1 0 0,-1-1 0,1 1 0,-1 0 0,1-1 0,0 1 0,0 0 0,0 0 0,0 0 0,0-1 0,0 1 0,0 0 0,0 0 0,0 1 0,0-1 0,1 0 0,-1 0 0,2 0 0,12-7 0,-1 2 0,1 0 0,0 0 0,1 2 0,-1 0 0,1 0 0,25-1 0,-6-1 0,-12 2 0,52-9 0,80-5 0,154-13 0,-70 5 0,-114 24 0,-89 4 0,0-3 0,0 0 0,48-10 0,-15 1 0,1 2 0,-1 4 0,110 6 0,-46 1 0,1194-3 0,-1299-2 0,-1-2 0,1 0 0,50-16 0,-38 9 0,58-18 0,-67 18 0,0 1 0,1 2 0,0 1 0,61-5 0,572 14 0,-658-2 0,0 0 0,0 0 0,0 1 0,0 0 0,0 1 0,0-1 0,0 1 0,-1 1 0,1-1 0,-1 1 0,1 0 0,8 7 0,-11-7 0,0 0 0,0 1 0,0 0 0,-1-1 0,0 2 0,0-1 0,0 0 0,0 0 0,-1 1 0,1 0 0,-1-1 0,-1 1 0,1 0 0,0 0 0,-1 0 0,0 0 0,0 10 0,0 4 0,-1-1 0,0 1 0,-2 0 0,0 0 0,-2-1 0,-7 26 0,1 20 0,10-55 0,-1 0 0,0 1 0,-1-1 0,0 0 0,0 0 0,-1 0 0,0 0 0,-1-1 0,0 1 0,0-1 0,-7 9 0,3-7 0,-1-1 0,0 0 0,0-1 0,-19 13 0,16-13 0,2 0 0,-1 1 0,-14 15 0,19-17 0,-1-2 0,0 1 0,0-1 0,0 0 0,0-1 0,-1 1 0,0-2 0,0 1 0,0-1 0,0 0 0,-1-1 0,1 1 0,-1-2 0,-9 2 0,-46 13 0,32-7 0,0 0 0,0-3 0,-47 4 0,79-10 0,-71 13 0,46-8 0,1-1 0,-29 1 0,29-4 0,-125-3 0,143 1 0,0-1 0,0 1 0,0-1 0,0-1 0,0 1 0,0-1 0,1 0 0,-10-7 0,9 6 0,0 0 0,-1 1 0,1-1 0,-1 1 0,0 1 0,-12-4 0,-60-2 0,62 7 0,0 0 0,0-1 0,0 0 0,0-2 0,-17-5 0,-25-18 0,48 21 0,0 0 0,-1 1 0,0 0 0,1 1 0,-2 0 0,1 1 0,-21-3 0,-112 4 0,101 4 0,0-3 0,0-1 0,-80-15 0,-179-54 0,147 44 0,61 13 0,86 13 0,-8-2 0,1 0 0,0-1 0,0-1 0,-25-10 0,37 14 0,1-1 0,0 1 0,0-1 0,0 0 0,0 0 0,1 0 0,-1 0 0,1-1 0,-1 1 0,1-1 0,0 1 0,-1-1 0,1 0 0,1 0 0,-1 0 0,0 0 0,1 0 0,0 0 0,-1-1 0,1 1 0,0 0 0,1-1 0,-1 1 0,1-1 0,-1 1 0,1-1 0,0 1 0,1-6 0,-1 8 0,0 1 0,0 0 0,0-1 0,0 1 0,0 0 0,0-1 0,0 1 0,0-1 0,0 1 0,0 0 0,0-1 0,0 1 0,0-1 0,0 1 0,0 0 0,0-1 0,0 1 0,0 0 0,1-1 0,-1 1 0,0 0 0,0-1 0,1 1 0,-1 0 0,0-1 0,0 1 0,1 0 0,-1 0 0,0-1 0,1 1 0,-1 0 0,0 0 0,1 0 0,-1-1 0,0 1 0,1 0 0,-1 0 0,1 0 0,-1 0 0,0 1 0,0 0 0,1-1 0,-1 1 0,0 0 0,0-1 0,0 1 0,0-1 0,0 1 0,-1 0 0,1-1 0,0 1 0,0 0 0,0-1 0,0 1 0,-1-1 0,1 1 0,0-1 0,0 1 0,-1-1 0,1 1 0,-1-1 0,1 1 0,0-1 0,-1 1 0,0 0 0,-6 6 0,0 0 0,-1 0 0,0 0 0,0-1 0,0 0 0,-1 0 0,0-1 0,0-1 0,-17 7 0,-11 2 0,-47 9 0,47-13 0,-274 60 0,206-47 0,41-8 0,23-3 0,0-3 0,-1-1 0,-44 0 0,40-6 0,-152-5 0,196 4-50,-1 0-1,1 0 1,0-1-1,-1 1 0,1-1 1,0 0-1,0 1 1,-1-1-1,1 0 1,0 0-1,0 0 0,0-1 1,0 1-1,0 0 1,0-1-1,0 0 1,1 1-1,-1-1 0,0 0 1,1 0-1,0 0 1,-1 0-1,1 0 1,0 0-1,0 0 1,-2-4-1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2:21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24575,'45'0'0,"103"3"0,-126 0 0,-1 0 0,1 1 0,-1 1 0,38 14 0,-45-14 0,1-1 0,0 0 0,0-1 0,30 1 0,-35-4 0,0 1 0,0 0 0,0 0 0,0 1 0,0 0 0,-1 1 0,1 0 0,-1 0 0,0 1 0,0 0 0,0 1 0,0 0 0,9 7 0,-12-7 22,-1-1-1,1 0 0,0 0 0,0 0 1,1-1-1,-1 0 0,1 0 1,-1-1-1,1 0 0,14 3 1,-3-3-13,1-1 1,32-2 0,-35 0-336,1 1 0,-1 0 1,1 1-1,23 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2:23.2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3176 3 24575,'-42'-1'0,"10"0"0,1 1 0,-1 1 0,1 2 0,0 1 0,0 1 0,-33 11 0,27-6 0,1-1 0,-1-2 0,-43 3 0,33-4 0,-59 14 0,61-11 0,1-2 0,-1-2 0,0-2 0,-65-4 0,-64 4 0,85 11 0,59-9 0,-51 4 0,51-6 0,1 1 0,-1 2 0,1 1 0,-48 17 0,48-13 0,0-2 0,0-2 0,-1 0 0,-46 3 0,-79-10 0,87-1 0,-130 12 0,68 2 0,-245-6 0,209-9 0,138 2 0,-128-4 0,128 1 0,1-1 0,0 0 0,-46-16 0,17-2-1365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2:38.5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4279 59 24575,'-168'-12'0,"53"2"0,-152 5 0,35 2 0,71-11 0,-45 0 0,-1216 15 0,1397 0 0,0 1 0,-35 9 0,31-5 0,-34 2 0,-66 6 0,-28 2 0,-391-15 0,256-3 0,271 0 0,0 0 0,1-1 0,-1-2 0,-38-12 0,41 11 0,-1 0 0,0 1 0,0 1 0,0 1 0,-33-1 0,49 4 0,-1 0 0,0 0 0,1 1 0,-1-1 0,1 1 0,-1 0 0,1 0 0,-1 0 0,1 0 0,0 1 0,-1-1 0,1 1 0,0 0 0,0 0 0,0 0 0,0 0 0,1 1 0,-1-1 0,1 1 0,-1 0 0,1-1 0,0 1 0,0 0 0,0 0 0,0 1 0,1-1 0,-1 0 0,-1 5 0,0 3 0,1 0 0,0 0 0,1 1 0,0-1 0,1 0 0,0 1 0,4 20 0,-2-22 0,0 0 0,2 0 0,-1-1 0,1 1 0,0-1 0,1 0 0,0 0 0,1 0 0,0-1 0,0 0 0,0 0 0,10 8 0,8 13 0,-10-15 0,0-1 0,0 0 0,1-1 0,1-1 0,0 0 0,26 12 0,-9-4 0,-24-14 0,-1-1 0,1-1 0,1 1 0,-1-1 0,0-1 0,1 0 0,-1 0 0,17 0 0,84-4 0,-53 0 0,-39 2 0,0 0 0,0-1 0,-1-1 0,1 0 0,0-1 0,-1-1 0,0-1 0,33-14 0,-16 5 0,0 2 0,44-11 0,-22 7 0,-30 10 0,0 1 0,28-2 0,23-4 0,-7 1 0,0 3 0,1 4 0,86 5 0,-31 0 0,-25 0 0,113-4 0,-126-12 0,-57 8 0,52-3 0,167 11 0,82-4 0,-230-12 0,8-1 0,15-1 0,-38 3 0,1 0 0,-45 6 0,57-2 0,-33 9 0,-35 1 0,0-2 0,0 0 0,42-9 0,-19-2 0,-12 1 0,0 2 0,0 2 0,61-1 0,358 9 0,-456-1 0,-1 0 0,0 1 0,1-1 0,-1 1 0,0 0 0,0 0 0,1 1 0,-1 0 0,0-1 0,6 5 0,-10-5 0,1 0 0,-1 0 0,0 0 0,0 0 0,1 0 0,-1 1 0,0-1 0,0 0 0,0 1 0,0-1 0,-1 1 0,1-1 0,0 1 0,-1-1 0,1 1 0,-1 0 0,1-1 0,-1 1 0,0 0 0,0-1 0,1 1 0,-1 0 0,0-1 0,-1 1 0,1 0 0,0 0 0,0-1 0,-1 1 0,1-1 0,-1 1 0,0 0 0,1-1 0,-1 1 0,0-1 0,0 1 0,-1 1 0,-1 2 0,0 0 0,-1 0 0,1 0 0,-1 0 0,0 0 0,-1-1 0,1 1 0,-1-1 0,0-1 0,0 1 0,0-1 0,0 1 0,-1-1 0,0-1 0,1 1 0,-1-1 0,0 0 0,0 0 0,-12 1 0,-7 0 0,-1-1 0,0-1 0,-41-5 0,11 2 0,-394 1 0,962 1 0,-501 1 0,1 0 0,-1 1 0,1 0 0,-1 1 0,0 0 0,0 1 0,0 0 0,0 1 0,-1 0 0,15 10 0,47 20 0,-61-31 0,-1 1 0,0 0 0,0 0 0,10 7 0,-17-10 0,-1 0 0,1 0 0,-1 0 0,1 0 0,-1 0 0,0 1 0,0-1 0,0 1 0,0-1 0,0 1 0,-1 0 0,1 0 0,-1 0 0,1 0 0,-1 0 0,0 0 0,-1 0 0,2 6 0,-2-8 0,0 1 0,-1-1 0,1 1 0,0 0 0,-1-1 0,1 1 0,-1-1 0,0 1 0,1-1 0,-1 0 0,0 1 0,0-1 0,0 0 0,0 1 0,0-1 0,0 0 0,0 0 0,-1 0 0,1 0 0,0 0 0,-1 0 0,1 0 0,-1-1 0,1 1 0,0 0 0,-1-1 0,0 1 0,1-1 0,-1 0 0,1 1 0,-3-1 0,-7 2 0,0 0 0,0-1 0,-14 0 0,21-1 0,-14 0 0,0-1 0,1-1 0,-1 0 0,1-2 0,-22-6 0,2-3 0,-45-22 0,65 28 0,1 2 0,-23-6 0,-27-10 0,43 12 0,1 2 0,-1 0 0,-1 1 0,1 1 0,-47-2 0,-123 7 0,80 3 0,58-4 0,-94 5 0,132-2 0,0 0 0,0 1 0,0 2 0,1-1 0,-1 2 0,-24 11 0,23-8 0,-1-2 0,0 0 0,0-1 0,0-1 0,-1 0 0,0-2 0,-20 2 0,-145-5 0,82-3 0,102 3 0,-20-1 0,0 1 0,0 1 0,1 2 0,-1-1 0,-31 10 0,21-2 0,-7 4 0,-1-1 0,-1-3 0,0-1 0,0-2 0,-50 3 0,-98-13 0,-124 4 0,201 13 0,62-7 0,-58 1 0,65-8 0,-91 5 0,113-3 0,0 1 0,0 1 0,1 1 0,-32 12 0,38-12 0,-1-2 0,0 1 0,0-1 0,0-1 0,-20 1 0,-70-4 0,34 1 0,104-7 0,0-2 0,-1-2 0,57-26 0,-36 14 0,245-88 0,-265 99 0,1 2 0,1 1 0,48-6 0,12-2 0,-53 6 0,0-1 0,57-25 0,-60 21 0,0 2 0,1 1 0,0 3 0,47-6 0,-16 8 0,117 1 0,517 9 0,-678-3 0,0-2 0,34-7 0,-31 4 0,51-3 0,-55 9 0,-6 0 0,0-1 0,0 0 0,-1-1 0,1-2 0,37-10 0,1-5 0,85-17 0,-93 29 3,1 3 0,0 1 1,61 6-1,-22-1-1381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2:40.9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1559 2 24575,'-72'0'0,"-51"-1"0,-161 19 0,226-12 0,-62-2 0,-1-1 0,19 10 0,-17 1 0,72-10 0,-95 22 0,28-4 0,66-17-12,0-2 0,-52-4 0,39 0-1317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42:42.2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8530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4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customXml" Target="../ink/ink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6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10" Type="http://schemas.openxmlformats.org/officeDocument/2006/relationships/customXml" Target="../ink/ink8.xml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openxmlformats.org/officeDocument/2006/relationships/customXml" Target="../ink/ink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12" Type="http://schemas.openxmlformats.org/officeDocument/2006/relationships/customXml" Target="../ink/ink1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customXml" Target="../ink/ink14.xml"/><Relationship Id="rId4" Type="http://schemas.openxmlformats.org/officeDocument/2006/relationships/customXml" Target="../ink/ink11.xml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12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customXml" Target="../ink/ink2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17.xml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openxmlformats.org/officeDocument/2006/relationships/customXml" Target="../ink/ink19.xml"/><Relationship Id="rId4" Type="http://schemas.openxmlformats.org/officeDocument/2006/relationships/customXml" Target="../ink/ink16.xml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13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customXml" Target="../ink/ink2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21.xml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0" Type="http://schemas.openxmlformats.org/officeDocument/2006/relationships/customXml" Target="../ink/ink23.xml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customXml" Target="../ink/ink26.xml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11" Type="http://schemas.openxmlformats.org/officeDocument/2006/relationships/customXml" Target="../ink/ink25.xml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7.xml"/><Relationship Id="rId11" Type="http://schemas.openxmlformats.org/officeDocument/2006/relationships/image" Target="../media/image51.png"/><Relationship Id="rId5" Type="http://schemas.openxmlformats.org/officeDocument/2006/relationships/image" Target="../media/image48.png"/><Relationship Id="rId10" Type="http://schemas.openxmlformats.org/officeDocument/2006/relationships/customXml" Target="../ink/ink29.xml"/><Relationship Id="rId4" Type="http://schemas.openxmlformats.org/officeDocument/2006/relationships/image" Target="../media/image47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customXml" Target="../ink/ink32.xml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png"/><Relationship Id="rId11" Type="http://schemas.openxmlformats.org/officeDocument/2006/relationships/customXml" Target="../ink/ink31.xml"/><Relationship Id="rId5" Type="http://schemas.openxmlformats.org/officeDocument/2006/relationships/image" Target="../media/image54.png"/><Relationship Id="rId10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customXml" Target="../ink/ink30.xml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061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PRIORITY BASED TRAFFIC MANAGEMENT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418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GROUP NUMBER - 10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598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KRISHNANSHU VARSHNEY - 500123186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1779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 ASWANI - 500126338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7959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BATCH -1 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FD09522-EB33-C124-19E9-4AA7E89E9921}"/>
                  </a:ext>
                </a:extLst>
              </p14:cNvPr>
              <p14:cNvContentPartPr/>
              <p14:nvPr/>
            </p14:nvContentPartPr>
            <p14:xfrm>
              <a:off x="12843605" y="7844515"/>
              <a:ext cx="1613160" cy="229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FD09522-EB33-C124-19E9-4AA7E89E99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80605" y="7781515"/>
                <a:ext cx="1738800" cy="35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3781"/>
            <a:ext cx="115997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Need for Smart Traffic Management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361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Rapid urbanization has led to increased vehicle density.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542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Traffic signals do not prioritize emergency vehicles, causing delays.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traffic control is inefficient and error-prone.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903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Objective: Design a simulation that shows a smart traffic system which: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084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Automatically prioritizes emergency vehicles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506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Manages traffic signals dynamically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1927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Improves response time for ambulances and fire trucks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C44F079-7976-7FD2-8353-CE42E6FF6EA1}"/>
                  </a:ext>
                </a:extLst>
              </p14:cNvPr>
              <p14:cNvContentPartPr/>
              <p14:nvPr/>
            </p14:nvContentPartPr>
            <p14:xfrm>
              <a:off x="12946925" y="7832275"/>
              <a:ext cx="1468440" cy="221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C44F079-7976-7FD2-8353-CE42E6FF6E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83925" y="7769275"/>
                <a:ext cx="1594080" cy="34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1724" y="539115"/>
            <a:ext cx="4895493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Overview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171724" y="1444823"/>
            <a:ext cx="7773352" cy="1128236"/>
          </a:xfrm>
          <a:prstGeom prst="roundRect">
            <a:avLst>
              <a:gd name="adj" fmla="val 15621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6367462" y="1640562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Name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67462" y="2063948"/>
            <a:ext cx="73818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Traffic Management System Simulator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1724" y="2768798"/>
            <a:ext cx="7773352" cy="1128236"/>
          </a:xfrm>
          <a:prstGeom prst="roundRect">
            <a:avLst>
              <a:gd name="adj" fmla="val 15621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6367462" y="2964537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Technology Used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67462" y="3387923"/>
            <a:ext cx="73818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Java (Swing), OOPs, Event-Driven Programming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1724" y="4092773"/>
            <a:ext cx="7773352" cy="1891903"/>
          </a:xfrm>
          <a:prstGeom prst="roundRect">
            <a:avLst>
              <a:gd name="adj" fmla="val 9316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6367462" y="4288512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Features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367462" y="4711898"/>
            <a:ext cx="73818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Emergency vehicle prioritization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67462" y="5093732"/>
            <a:ext cx="73818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Signal toggling and lane-wise traffic movement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67462" y="5475565"/>
            <a:ext cx="73818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GUI simulation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71724" y="6180415"/>
            <a:ext cx="7773352" cy="1510070"/>
          </a:xfrm>
          <a:prstGeom prst="roundRect">
            <a:avLst>
              <a:gd name="adj" fmla="val 11671"/>
            </a:avLst>
          </a:prstGeom>
          <a:solidFill>
            <a:srgbClr val="E8F3E8"/>
          </a:solidFill>
          <a:ln/>
        </p:spPr>
      </p:sp>
      <p:sp>
        <p:nvSpPr>
          <p:cNvPr id="16" name="Text 13"/>
          <p:cNvSpPr/>
          <p:nvPr/>
        </p:nvSpPr>
        <p:spPr>
          <a:xfrm>
            <a:off x="6367462" y="6376154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User Interactions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367462" y="6799540"/>
            <a:ext cx="73818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 vehicles (normal/emergency) dynamically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67462" y="7181374"/>
            <a:ext cx="73818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 feedback on signal state</a:t>
            </a:r>
            <a:endParaRPr lang="en-US" sz="15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069A6D3-37C4-4548-A6B1-6B2EBB5963FD}"/>
                  </a:ext>
                </a:extLst>
              </p14:cNvPr>
              <p14:cNvContentPartPr/>
              <p14:nvPr/>
            </p14:nvContentPartPr>
            <p14:xfrm>
              <a:off x="12926405" y="7898875"/>
              <a:ext cx="117360" cy="194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069A6D3-37C4-4548-A6B1-6B2EBB596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63405" y="7836235"/>
                <a:ext cx="2430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75A9878-73CE-B6F6-4EE6-2CC3C20A621B}"/>
                  </a:ext>
                </a:extLst>
              </p14:cNvPr>
              <p14:cNvContentPartPr/>
              <p14:nvPr/>
            </p14:nvContentPartPr>
            <p14:xfrm>
              <a:off x="12877805" y="7843435"/>
              <a:ext cx="1568160" cy="2412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75A9878-73CE-B6F6-4EE6-2CC3C20A62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15165" y="7780435"/>
                <a:ext cx="1693800" cy="36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41602"/>
            <a:ext cx="110243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Related Work in Smart Traffic Control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7357"/>
            <a:ext cx="29689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Existing Approaches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850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Timer-based signals (static)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4069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Camera/RFID-based real-world smart systems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3617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419850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Costly real-world implementation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5003602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Lack of simulation for educational purposes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3617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We Offer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2067" y="419850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Lightweight simulation model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464069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Education-ready prototype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872067" y="508289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logic, emergency management &amp; UI visualization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F745C73-148F-B77E-8F7D-2DB89DF52C3F}"/>
                  </a:ext>
                </a:extLst>
              </p14:cNvPr>
              <p14:cNvContentPartPr/>
              <p14:nvPr/>
            </p14:nvContentPartPr>
            <p14:xfrm>
              <a:off x="12975725" y="7750555"/>
              <a:ext cx="1488600" cy="356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F745C73-148F-B77E-8F7D-2DB89DF52C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12725" y="7687915"/>
                <a:ext cx="1614240" cy="48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6268"/>
            <a:ext cx="6063258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System Design (UML)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84" y="1764744"/>
            <a:ext cx="1120616" cy="13446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41113" y="1988820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TrafficSimulator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41113" y="2473404"/>
            <a:ext cx="1160490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 class (JFrame)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84" y="3109436"/>
            <a:ext cx="1120616" cy="13446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41113" y="3333512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RoadPanel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41113" y="3818096"/>
            <a:ext cx="1160490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 JPanel with simulation logic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84" y="4454128"/>
            <a:ext cx="1120616" cy="13446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41113" y="4678204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241113" y="5162788"/>
            <a:ext cx="1160490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Entity class with attributes and movement behavior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84384" y="6134933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Relationships: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84384" y="6821210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TrafficSimulator ➝ contains ➝ RoadPanel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784384" y="7258050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RoadPanel ➝ maintains ➝ List of Car objects for each lane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893D52F-AE1F-FCC2-8868-7D57EDE0FB61}"/>
                  </a:ext>
                </a:extLst>
              </p14:cNvPr>
              <p14:cNvContentPartPr/>
              <p14:nvPr/>
            </p14:nvContentPartPr>
            <p14:xfrm>
              <a:off x="12788165" y="7802755"/>
              <a:ext cx="1697040" cy="159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893D52F-AE1F-FCC2-8868-7D57EDE0FB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25525" y="7740115"/>
                <a:ext cx="182268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1393E15-D41D-9BAC-D568-62830F0DBE5A}"/>
                  </a:ext>
                </a:extLst>
              </p14:cNvPr>
              <p14:cNvContentPartPr/>
              <p14:nvPr/>
            </p14:nvContentPartPr>
            <p14:xfrm>
              <a:off x="13029725" y="7990675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1393E15-D41D-9BAC-D568-62830F0DBE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67085" y="792767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794F102-4383-E758-6586-35ABBBF0BE56}"/>
                  </a:ext>
                </a:extLst>
              </p14:cNvPr>
              <p14:cNvContentPartPr/>
              <p14:nvPr/>
            </p14:nvContentPartPr>
            <p14:xfrm>
              <a:off x="12636245" y="7854955"/>
              <a:ext cx="991800" cy="1681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794F102-4383-E758-6586-35ABBBF0BE5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573245" y="7791955"/>
                <a:ext cx="11174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5BA4A59-58EF-B844-F2F4-1AF9BCEE43E3}"/>
                  </a:ext>
                </a:extLst>
              </p14:cNvPr>
              <p14:cNvContentPartPr/>
              <p14:nvPr/>
            </p14:nvContentPartPr>
            <p14:xfrm>
              <a:off x="12924605" y="7811755"/>
              <a:ext cx="1591560" cy="293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5BA4A59-58EF-B844-F2F4-1AF9BCEE43E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861605" y="7749115"/>
                <a:ext cx="171720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0C534F5-1131-89AA-5585-F3CB5CD63626}"/>
                  </a:ext>
                </a:extLst>
              </p14:cNvPr>
              <p14:cNvContentPartPr/>
              <p14:nvPr/>
            </p14:nvContentPartPr>
            <p14:xfrm>
              <a:off x="13121885" y="7738315"/>
              <a:ext cx="1425960" cy="3466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0C534F5-1131-89AA-5585-F3CB5CD636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058885" y="7675675"/>
                <a:ext cx="1551600" cy="47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D8CA41-8827-52A1-3B7C-6509AAD85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649" y="-60"/>
            <a:ext cx="6754091" cy="8229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64CB5E-527C-DDA2-D10B-9A67AF0D1386}"/>
                  </a:ext>
                </a:extLst>
              </p14:cNvPr>
              <p14:cNvContentPartPr/>
              <p14:nvPr/>
            </p14:nvContentPartPr>
            <p14:xfrm>
              <a:off x="13283165" y="7667755"/>
              <a:ext cx="1150200" cy="240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64CB5E-527C-DDA2-D10B-9A67AF0D13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20165" y="7604755"/>
                <a:ext cx="127584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41D68A8-7163-97B7-5970-834932B1D47E}"/>
                  </a:ext>
                </a:extLst>
              </p14:cNvPr>
              <p14:cNvContentPartPr/>
              <p14:nvPr/>
            </p14:nvContentPartPr>
            <p14:xfrm>
              <a:off x="12749645" y="7738675"/>
              <a:ext cx="1797840" cy="255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41D68A8-7163-97B7-5970-834932B1D4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87005" y="7676035"/>
                <a:ext cx="1923480" cy="38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14DAFEA-F315-768D-F962-736F81F46027}"/>
              </a:ext>
            </a:extLst>
          </p:cNvPr>
          <p:cNvGrpSpPr/>
          <p:nvPr/>
        </p:nvGrpSpPr>
        <p:grpSpPr>
          <a:xfrm>
            <a:off x="12657125" y="7759915"/>
            <a:ext cx="1830960" cy="273600"/>
            <a:chOff x="12657125" y="7759915"/>
            <a:chExt cx="183096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8954346-BCFC-3EA1-BEF7-AB6BA122A912}"/>
                    </a:ext>
                  </a:extLst>
                </p14:cNvPr>
                <p14:cNvContentPartPr/>
                <p14:nvPr/>
              </p14:nvContentPartPr>
              <p14:xfrm>
                <a:off x="12946925" y="7969795"/>
                <a:ext cx="1541160" cy="63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8954346-BCFC-3EA1-BEF7-AB6BA122A91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883925" y="7906795"/>
                  <a:ext cx="16668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1208038-C66D-A917-AC4A-C939B72CA307}"/>
                    </a:ext>
                  </a:extLst>
                </p14:cNvPr>
                <p14:cNvContentPartPr/>
                <p14:nvPr/>
              </p14:nvContentPartPr>
              <p14:xfrm>
                <a:off x="13031525" y="7759915"/>
                <a:ext cx="1408320" cy="272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1208038-C66D-A917-AC4A-C939B72CA3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68885" y="7696915"/>
                  <a:ext cx="15339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726230-1D9E-1FD3-2737-8286F426411E}"/>
                    </a:ext>
                  </a:extLst>
                </p14:cNvPr>
                <p14:cNvContentPartPr/>
                <p14:nvPr/>
              </p14:nvContentPartPr>
              <p14:xfrm>
                <a:off x="12657125" y="7845235"/>
                <a:ext cx="1412640" cy="188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726230-1D9E-1FD3-2737-8286F42641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594125" y="7782235"/>
                  <a:ext cx="1538280" cy="313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F57297-FD30-34C4-9F12-84D6BB44D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7401"/>
            <a:ext cx="14630400" cy="386541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7C5F193-47D9-5804-63BD-2FE31FEFE435}"/>
              </a:ext>
            </a:extLst>
          </p:cNvPr>
          <p:cNvGrpSpPr/>
          <p:nvPr/>
        </p:nvGrpSpPr>
        <p:grpSpPr>
          <a:xfrm>
            <a:off x="12857645" y="7699075"/>
            <a:ext cx="1691640" cy="416520"/>
            <a:chOff x="12857645" y="7699075"/>
            <a:chExt cx="1691640" cy="4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50C2E14-916B-4D48-7777-A48BDD5C97B6}"/>
                    </a:ext>
                  </a:extLst>
                </p14:cNvPr>
                <p14:cNvContentPartPr/>
                <p14:nvPr/>
              </p14:nvContentPartPr>
              <p14:xfrm>
                <a:off x="12857645" y="7699075"/>
                <a:ext cx="1691640" cy="391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50C2E14-916B-4D48-7777-A48BDD5C97B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94645" y="7636435"/>
                  <a:ext cx="181728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CC016E7-C3C1-B8E7-8394-0758268B3582}"/>
                    </a:ext>
                  </a:extLst>
                </p14:cNvPr>
                <p14:cNvContentPartPr/>
                <p14:nvPr/>
              </p14:nvContentPartPr>
              <p14:xfrm>
                <a:off x="12884645" y="7907155"/>
                <a:ext cx="558000" cy="74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CC016E7-C3C1-B8E7-8394-0758268B35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21645" y="7844515"/>
                  <a:ext cx="6836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6F791E-8353-93B2-5BAA-9EAD273C22DC}"/>
                    </a:ext>
                  </a:extLst>
                </p14:cNvPr>
                <p14:cNvContentPartPr/>
                <p14:nvPr/>
              </p14:nvContentPartPr>
              <p14:xfrm>
                <a:off x="12988685" y="7958635"/>
                <a:ext cx="723600" cy="94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6F791E-8353-93B2-5BAA-9EAD273C22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25685" y="7895635"/>
                  <a:ext cx="8492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C9EE71-D5DE-66F7-95EC-B13002A90760}"/>
                    </a:ext>
                  </a:extLst>
                </p14:cNvPr>
                <p14:cNvContentPartPr/>
                <p14:nvPr/>
              </p14:nvContentPartPr>
              <p14:xfrm>
                <a:off x="13373165" y="7751275"/>
                <a:ext cx="946440" cy="364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C9EE71-D5DE-66F7-95EC-B13002A907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310165" y="7688275"/>
                  <a:ext cx="10720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0746A7F-92E6-0C77-00A5-8AA67F71065A}"/>
                    </a:ext>
                  </a:extLst>
                </p14:cNvPr>
                <p14:cNvContentPartPr/>
                <p14:nvPr/>
              </p14:nvContentPartPr>
              <p14:xfrm>
                <a:off x="14412125" y="8083915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0746A7F-92E6-0C77-00A5-8AA67F7106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49485" y="80209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333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GUI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82277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3024783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3060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Tools Used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355056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Java Swing &amp; AWT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80190" y="436709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260" y="4409599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17306" y="4444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Components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017306" y="493537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Buttons to add vehicles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0173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Dynamic signal visualization (Red/Green)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017306" y="593336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car movement across lanes</a:t>
            </a:r>
            <a:endParaRPr lang="en-US" sz="17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E062554-470C-4525-255C-9F0B3B27DCEB}"/>
              </a:ext>
            </a:extLst>
          </p:cNvPr>
          <p:cNvGrpSpPr/>
          <p:nvPr/>
        </p:nvGrpSpPr>
        <p:grpSpPr>
          <a:xfrm>
            <a:off x="12821285" y="7770355"/>
            <a:ext cx="1691280" cy="388080"/>
            <a:chOff x="12821285" y="7770355"/>
            <a:chExt cx="169128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83B2115-AC5F-24D2-A4E0-2FD912E741C9}"/>
                    </a:ext>
                  </a:extLst>
                </p14:cNvPr>
                <p14:cNvContentPartPr/>
                <p14:nvPr/>
              </p14:nvContentPartPr>
              <p14:xfrm>
                <a:off x="12842525" y="7781875"/>
                <a:ext cx="1621440" cy="186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83B2115-AC5F-24D2-A4E0-2FD912E741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79885" y="7719235"/>
                  <a:ext cx="17470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6502849-4BA6-A86B-0A2E-1934CC408CCC}"/>
                    </a:ext>
                  </a:extLst>
                </p14:cNvPr>
                <p14:cNvContentPartPr/>
                <p14:nvPr/>
              </p14:nvContentPartPr>
              <p14:xfrm>
                <a:off x="12821285" y="7770355"/>
                <a:ext cx="520200" cy="220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6502849-4BA6-A86B-0A2E-1934CC408C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58285" y="7707715"/>
                  <a:ext cx="6458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8E7E232-4C95-AD17-645B-A23243C1BA7C}"/>
                    </a:ext>
                  </a:extLst>
                </p14:cNvPr>
                <p14:cNvContentPartPr/>
                <p14:nvPr/>
              </p14:nvContentPartPr>
              <p14:xfrm>
                <a:off x="12998765" y="7948555"/>
                <a:ext cx="1504080" cy="135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8E7E232-4C95-AD17-645B-A23243C1BA7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36125" y="7885555"/>
                  <a:ext cx="16297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F001390-81D6-7793-2418-E49EB7A84E3C}"/>
                    </a:ext>
                  </a:extLst>
                </p14:cNvPr>
                <p14:cNvContentPartPr/>
                <p14:nvPr/>
              </p14:nvContentPartPr>
              <p14:xfrm>
                <a:off x="13007765" y="7896355"/>
                <a:ext cx="1504800" cy="262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F001390-81D6-7793-2418-E49EB7A84E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944765" y="7833355"/>
                  <a:ext cx="1630440" cy="387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AA12C7-EC2E-3F6D-6415-BD8502BB7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E87B52-433C-D5CA-64B6-06855BEC5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49584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94901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Object-Oriented Design in Action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27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Encapsulation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1791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Car class encapsulates car properties &amp; behavior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27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Polymorphism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1791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Emergency vs Normal car behavior at signal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2800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Abstraction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770483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RoadPanel hides movement &amp; rendering logic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2120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Java Swing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702498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ActionListeners for button inputs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793790" y="6201489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Timers for animation and logic flow</a:t>
            </a:r>
            <a:endParaRPr lang="en-US" sz="17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4886A68-90CF-94C5-DBEA-54C08C06F0D5}"/>
                  </a:ext>
                </a:extLst>
              </p14:cNvPr>
              <p14:cNvContentPartPr/>
              <p14:nvPr/>
            </p14:nvContentPartPr>
            <p14:xfrm>
              <a:off x="12960965" y="7760995"/>
              <a:ext cx="1578960" cy="241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4886A68-90CF-94C5-DBEA-54C08C06F0D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97965" y="7698355"/>
                <a:ext cx="170460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B6B5F83-0485-EC3D-ADF2-0BF091CDF27A}"/>
                  </a:ext>
                </a:extLst>
              </p14:cNvPr>
              <p14:cNvContentPartPr/>
              <p14:nvPr/>
            </p14:nvContentPartPr>
            <p14:xfrm>
              <a:off x="12626885" y="8000755"/>
              <a:ext cx="1910520" cy="63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B6B5F83-0485-EC3D-ADF2-0BF091CDF27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564245" y="7938115"/>
                <a:ext cx="2036160" cy="18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11267"/>
            <a:ext cx="7097554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Results of the Simulation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77954" y="1750576"/>
            <a:ext cx="2178963" cy="1280874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166" y="2195632"/>
            <a:ext cx="312539" cy="3906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79207" y="1972866"/>
            <a:ext cx="3870365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Emergency Vehicle Priority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3179207" y="2453521"/>
            <a:ext cx="5631537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Emergency vehicles bypass traffic with signal priority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68003" y="3016210"/>
            <a:ext cx="10673358" cy="15240"/>
          </a:xfrm>
          <a:prstGeom prst="roundRect">
            <a:avLst>
              <a:gd name="adj" fmla="val 1312794"/>
            </a:avLst>
          </a:prstGeom>
          <a:solidFill>
            <a:srgbClr val="CED9CE"/>
          </a:solidFill>
          <a:ln/>
        </p:spPr>
      </p:sp>
      <p:sp>
        <p:nvSpPr>
          <p:cNvPr id="8" name="Shape 5"/>
          <p:cNvSpPr/>
          <p:nvPr/>
        </p:nvSpPr>
        <p:spPr>
          <a:xfrm>
            <a:off x="777954" y="3142536"/>
            <a:ext cx="4358045" cy="1280874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707" y="3587591"/>
            <a:ext cx="312539" cy="3906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58289" y="3364825"/>
            <a:ext cx="3579019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Automatic Signal Control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5358289" y="3845481"/>
            <a:ext cx="3744635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Traffic signal toggles automatically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47084" y="4408170"/>
            <a:ext cx="8494276" cy="15240"/>
          </a:xfrm>
          <a:prstGeom prst="roundRect">
            <a:avLst>
              <a:gd name="adj" fmla="val 1312794"/>
            </a:avLst>
          </a:prstGeom>
          <a:solidFill>
            <a:srgbClr val="CED9CE"/>
          </a:solidFill>
          <a:ln/>
        </p:spPr>
      </p:sp>
      <p:sp>
        <p:nvSpPr>
          <p:cNvPr id="13" name="Shape 9"/>
          <p:cNvSpPr/>
          <p:nvPr/>
        </p:nvSpPr>
        <p:spPr>
          <a:xfrm>
            <a:off x="777954" y="4534495"/>
            <a:ext cx="6537246" cy="1280874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0248" y="4979551"/>
            <a:ext cx="312539" cy="3906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37490" y="4756785"/>
            <a:ext cx="2783919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Realistic Movement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7537490" y="5237440"/>
            <a:ext cx="471547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Vehicles move realistically within constraints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77954" y="6148745"/>
            <a:ext cx="3082290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Efficiency Highlights:</a:t>
            </a:r>
            <a:endParaRPr lang="en-US" sz="2150" dirty="0"/>
          </a:p>
        </p:txBody>
      </p:sp>
      <p:sp>
        <p:nvSpPr>
          <p:cNvPr id="18" name="Text 13"/>
          <p:cNvSpPr/>
          <p:nvPr/>
        </p:nvSpPr>
        <p:spPr>
          <a:xfrm>
            <a:off x="777954" y="6829425"/>
            <a:ext cx="1307449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Smooth GUI experience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77954" y="7262813"/>
            <a:ext cx="1307449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decision-making simulation</a:t>
            </a:r>
            <a:endParaRPr lang="en-US" sz="17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ACB0FE1-1751-5A4C-835B-6B33F6A69CD3}"/>
              </a:ext>
            </a:extLst>
          </p:cNvPr>
          <p:cNvGrpSpPr/>
          <p:nvPr/>
        </p:nvGrpSpPr>
        <p:grpSpPr>
          <a:xfrm>
            <a:off x="12784205" y="7740475"/>
            <a:ext cx="1731960" cy="377280"/>
            <a:chOff x="12784205" y="7740475"/>
            <a:chExt cx="173196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020ACC-B565-F4E5-551A-3E31E1A21EC4}"/>
                    </a:ext>
                  </a:extLst>
                </p14:cNvPr>
                <p14:cNvContentPartPr/>
                <p14:nvPr/>
              </p14:nvContentPartPr>
              <p14:xfrm>
                <a:off x="12784205" y="7740475"/>
                <a:ext cx="1682280" cy="333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020ACC-B565-F4E5-551A-3E31E1A21E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21205" y="7677835"/>
                  <a:ext cx="180792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8C965D7-F6D4-1643-490D-60B112CC9C61}"/>
                    </a:ext>
                  </a:extLst>
                </p14:cNvPr>
                <p14:cNvContentPartPr/>
                <p14:nvPr/>
              </p14:nvContentPartPr>
              <p14:xfrm>
                <a:off x="14163005" y="8063035"/>
                <a:ext cx="310320" cy="54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8C965D7-F6D4-1643-490D-60B112CC9C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100005" y="8000395"/>
                  <a:ext cx="435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3AC6B06-F3B4-F468-5090-E51359A37781}"/>
                    </a:ext>
                  </a:extLst>
                </p14:cNvPr>
                <p14:cNvContentPartPr/>
                <p14:nvPr/>
              </p14:nvContentPartPr>
              <p14:xfrm>
                <a:off x="13372805" y="7906795"/>
                <a:ext cx="1143360" cy="95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3AC6B06-F3B4-F468-5090-E51359A377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310165" y="7844155"/>
                  <a:ext cx="1269000" cy="220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3646" y="466368"/>
            <a:ext cx="5454372" cy="530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Summary &amp; Future Scope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356" y="1335643"/>
            <a:ext cx="2218015" cy="97726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003" y="1796296"/>
            <a:ext cx="238482" cy="298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2916" y="1505188"/>
            <a:ext cx="2120265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Future Scope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5232916" y="1871901"/>
            <a:ext cx="290369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Advanced features and integrations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105757" y="2324576"/>
            <a:ext cx="8888611" cy="11430"/>
          </a:xfrm>
          <a:prstGeom prst="roundRect">
            <a:avLst>
              <a:gd name="adj" fmla="val 1335640"/>
            </a:avLst>
          </a:prstGeom>
          <a:solidFill>
            <a:srgbClr val="CED9CE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6288" y="2355294"/>
            <a:ext cx="4436150" cy="97726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5003" y="2694861"/>
            <a:ext cx="238482" cy="29813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41983" y="2524839"/>
            <a:ext cx="2947987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Successful Implementation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6341983" y="2891552"/>
            <a:ext cx="294798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Core objectives achieved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6214824" y="3344228"/>
            <a:ext cx="7779544" cy="11430"/>
          </a:xfrm>
          <a:prstGeom prst="roundRect">
            <a:avLst>
              <a:gd name="adj" fmla="val 1335640"/>
            </a:avLst>
          </a:prstGeom>
          <a:solidFill>
            <a:srgbClr val="CED9CE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830" y="3374946"/>
            <a:ext cx="6654284" cy="97726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5003" y="3714512"/>
            <a:ext cx="238482" cy="29813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451050" y="3544491"/>
            <a:ext cx="2333625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Technical Foundation</a:t>
            </a:r>
            <a:endParaRPr lang="en-US" sz="1650" dirty="0"/>
          </a:p>
        </p:txBody>
      </p:sp>
      <p:sp>
        <p:nvSpPr>
          <p:cNvPr id="16" name="Text 8"/>
          <p:cNvSpPr/>
          <p:nvPr/>
        </p:nvSpPr>
        <p:spPr>
          <a:xfrm>
            <a:off x="7451050" y="3911203"/>
            <a:ext cx="259032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OOP and Swing implementation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593646" y="4606647"/>
            <a:ext cx="2120265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Points:</a:t>
            </a:r>
            <a:endParaRPr lang="en-US" sz="1650" dirty="0"/>
          </a:p>
        </p:txBody>
      </p:sp>
      <p:sp>
        <p:nvSpPr>
          <p:cNvPr id="18" name="Text 10"/>
          <p:cNvSpPr/>
          <p:nvPr/>
        </p:nvSpPr>
        <p:spPr>
          <a:xfrm>
            <a:off x="593646" y="5126117"/>
            <a:ext cx="1344310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Effective use of OOP and Swing for simulation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593646" y="5456873"/>
            <a:ext cx="1344310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Practical representation of smart traffic logic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593646" y="5787628"/>
            <a:ext cx="1344310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Emergency vehicle prioritization implemented successfully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593646" y="6313527"/>
            <a:ext cx="2120265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Future Scope: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593646" y="6832997"/>
            <a:ext cx="1344310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 database for traffic logs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93646" y="7163753"/>
            <a:ext cx="1344310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sensors and AI-based prediction models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593646" y="7494508"/>
            <a:ext cx="1344310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Convert into mobile app or IoT prototype</a:t>
            </a:r>
            <a:endParaRPr lang="en-US" sz="13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CB47CE-17EC-1A1F-0EA6-4117A86DE194}"/>
              </a:ext>
            </a:extLst>
          </p:cNvPr>
          <p:cNvGrpSpPr/>
          <p:nvPr/>
        </p:nvGrpSpPr>
        <p:grpSpPr>
          <a:xfrm>
            <a:off x="12944765" y="7865395"/>
            <a:ext cx="1609200" cy="218520"/>
            <a:chOff x="12944765" y="7865395"/>
            <a:chExt cx="160920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10BB92A-C598-695F-FA3D-2F8641B07267}"/>
                    </a:ext>
                  </a:extLst>
                </p14:cNvPr>
                <p14:cNvContentPartPr/>
                <p14:nvPr/>
              </p14:nvContentPartPr>
              <p14:xfrm>
                <a:off x="12944765" y="7865395"/>
                <a:ext cx="1609200" cy="218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10BB92A-C598-695F-FA3D-2F8641B0726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881765" y="7802755"/>
                  <a:ext cx="17348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7F06A1-E263-B13D-8549-3672AB308B81}"/>
                    </a:ext>
                  </a:extLst>
                </p14:cNvPr>
                <p14:cNvContentPartPr/>
                <p14:nvPr/>
              </p14:nvContentPartPr>
              <p14:xfrm>
                <a:off x="13892285" y="8031715"/>
                <a:ext cx="561600" cy="42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7F06A1-E263-B13D-8549-3672AB308B8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829285" y="7969075"/>
                  <a:ext cx="687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3D4F99B-4E37-B163-0BFF-252E183DC3E0}"/>
                    </a:ext>
                  </a:extLst>
                </p14:cNvPr>
                <p14:cNvContentPartPr/>
                <p14:nvPr/>
              </p14:nvContentPartPr>
              <p14:xfrm>
                <a:off x="13871765" y="8073475"/>
                <a:ext cx="3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3D4F99B-4E37-B163-0BFF-252E183DC3E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809125" y="801083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397</Words>
  <Application>Microsoft Office PowerPoint</Application>
  <PresentationFormat>Custom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Fraunces Extra Bold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Krishnanshu Varshney</cp:lastModifiedBy>
  <cp:revision>3</cp:revision>
  <dcterms:created xsi:type="dcterms:W3CDTF">2025-05-02T13:44:40Z</dcterms:created>
  <dcterms:modified xsi:type="dcterms:W3CDTF">2025-05-02T14:43:02Z</dcterms:modified>
</cp:coreProperties>
</file>